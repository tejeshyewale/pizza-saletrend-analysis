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8" r:id="rId4"/>
    <p:sldId id="262" r:id="rId5"/>
    <p:sldId id="273" r:id="rId6"/>
    <p:sldId id="267" r:id="rId7"/>
    <p:sldId id="274" r:id="rId8"/>
    <p:sldId id="275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8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576" userDrawn="1">
          <p15:clr>
            <a:srgbClr val="A4A3A4"/>
          </p15:clr>
        </p15:guide>
        <p15:guide id="6" orient="horz" pos="3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72D"/>
    <a:srgbClr val="EFA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3787" autoAdjust="0"/>
  </p:normalViewPr>
  <p:slideViewPr>
    <p:cSldViewPr snapToGrid="0" showGuides="1">
      <p:cViewPr varScale="1">
        <p:scale>
          <a:sx n="100" d="100"/>
          <a:sy n="100" d="100"/>
        </p:scale>
        <p:origin x="144" y="67"/>
      </p:cViewPr>
      <p:guideLst>
        <p:guide orient="horz" pos="2280"/>
        <p:guide pos="3840"/>
        <p:guide pos="168"/>
        <p:guide pos="7512"/>
        <p:guide orient="horz" pos="576"/>
        <p:guide orient="horz" pos="3984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29E95-9531-40A0-87B5-7D07D9DDF47E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623A7-D7B5-47AC-8445-31A044F17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8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cellisboa?utm_source=unsplash&amp;utm_medium=referral&amp;utm_content=creditCopyText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earch/photos/pizza?utm_source=unsplash&amp;utm_medium=referral&amp;utm_content=creditCopyText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@cellisboa?utm_source=unsplash&amp;utm_medium=referral&amp;utm_content=creditCopyText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unsplash.com/search/photos/pizza?utm_source=unsplash&amp;utm_medium=referral&amp;utm_content=creditCopyText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5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by pngfly.com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by pngfly.com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66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FBD2A-F94E-F319-1BBC-A3F42E50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55BE6-BF63-7A57-8487-1AFD7C042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68A73-BE48-7BC6-8F97-710FAF4DB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by pngfly.com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165DF-8E6D-90DD-0EED-1896BFB6C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35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Lisboa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9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CE38-5AB8-F1B2-FDF6-A79DB23B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41602-8680-19EA-6519-479A2A58F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F4DE4-5088-3C94-86DD-B8E338190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 by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Lisboa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Unsplash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7B825-C6D5-6B73-7C5A-DC26CCF01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64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B7134-D487-77F6-AB71-5F7DCBD3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9C084-819D-EB9C-58A9-1D8BA4E8C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84C8A-F6D4-07B6-B050-A7738FB24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by pngfly.com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A5C42-9069-E982-1E40-B27F4BFF9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623A7-D7B5-47AC-8445-31A044F17B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5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B300A-EADE-4DB8-9E6A-F9F73C789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ED74B-BB04-4FF0-A2D4-FDFFD42EA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40676-7940-4998-A2B9-21AE2310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92499-383E-4315-BC4F-50103157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C5CC2-7E18-49B4-B652-5FBD44CA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5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D612-D2E7-4D6C-B28E-2BD9D423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B0F9-D7DA-4F45-B63F-DECA4BBFF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D6444-BA2D-4030-B9E7-F635F0A61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5A88B-ED73-47D6-A20C-8C1BF796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A9E3-0CB3-49E5-A1A8-D707F24BD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867C-A87F-4F55-8D9C-D9950179D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453D8-00AD-4115-A184-2FEA538FA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D755-B95B-4C42-A22D-721E6577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41AB-E186-4C6A-B4C6-AD03D170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4B555-AB29-4731-8088-8D352BDA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3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7985-ECCB-4877-AD71-5E721058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FBF8-9170-4015-BDFC-214A0D0B7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93B0A-D7FF-48AB-9854-A382333B2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2651E-B8E9-466D-8FF5-EA066038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2915F-87B3-4F3C-9153-F0F395627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3B012-8957-4128-A8AF-56A2D8A5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4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733C-28E2-4262-923B-1C23CA4D2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0D1AC-1CD4-48F2-B9F8-9A93D7C36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060B2-F3C7-4E75-82AE-D7F48153B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23E00-5B67-4616-9A5F-8907DA849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3DB90-A319-4B6C-A294-4A04267BB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58F32-6CF3-49E3-8F8D-91B4CA3F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8723E-CBE1-4173-B1F1-AA4255357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B501B-0B74-49D0-A1ED-25D685B9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0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504E-BE3D-4A31-8CFE-E5045384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6800C-9A5A-4EFB-8521-875650FA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95C45-5033-43E9-A0F6-64D2C85A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99D56-0E1C-451A-A9CA-3DB2D70C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3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76882-9B9E-4A7A-A559-3C350171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94D06-1D12-47C0-8CDD-A29326CE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E89B1-B095-469E-9250-2A6DD456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BF42-B776-4AA3-8D6A-C632797DA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E7779-95DE-4F21-B693-0225BC4FD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DEB7E-E6F8-4941-ABCB-1AE0D5B70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91E49-7483-4B89-8709-7F678B67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60D24-F866-4EFC-85BB-EFE8626C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8C807-374F-4A33-BAC2-39FB2945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1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AAEF-0D0E-443E-A7F2-E98385BF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E972A-C2DD-4849-A860-6F1FFD7EB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89CEB-14FB-4F64-8D24-6B7D7AD03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1635-1CDB-4078-94BC-39EF3B19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030C4-413B-4076-BB86-AA7FFDA0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9CD6A-4B1D-4020-9494-F309A261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5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E715-D356-4C67-8E91-2E7831B5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2A05-9B47-4802-8C97-82E0040F2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4EDEA-A483-45BB-9533-E30014796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F4533-2A15-48BF-9496-92771DB0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DE75-77B5-420C-B9BE-728DE4E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6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B2D53-B381-4FD5-A97F-082E3F557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3C523-96F1-4E26-9E03-AE1350D5B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ECE5-B7D9-4C7D-BCF1-E308B7F6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2EE99-6954-46A1-9D23-13F835A7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40A6-6E3A-4A39-A41C-6C3FD8EA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1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5AB6D3-BE07-4E4A-8CDF-2817C61E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5BBC5-FFAA-40B9-B26E-0928F4226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A90C-D56A-4EFF-A7D4-47F10AA89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ABA16-66A6-4245-91CD-F200C66B729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56915-A28C-4B03-BD6D-5A96AA1F4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CC1B0-1CB1-4523-BF69-B25C845CD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7FEA-5A40-4233-83E1-A9E4FBBBF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5CA0F2-A7E6-4946-BEA4-26BC72ECB334}"/>
              </a:ext>
            </a:extLst>
          </p:cNvPr>
          <p:cNvSpPr/>
          <p:nvPr/>
        </p:nvSpPr>
        <p:spPr>
          <a:xfrm>
            <a:off x="1" y="-1"/>
            <a:ext cx="6096000" cy="685800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 result for pizza png">
            <a:extLst>
              <a:ext uri="{FF2B5EF4-FFF2-40B4-BE49-F238E27FC236}">
                <a16:creationId xmlns:a16="http://schemas.microsoft.com/office/drawing/2014/main" id="{40A0D398-51D3-4E51-A08E-D5D4C243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677" y="-228008"/>
            <a:ext cx="4190322" cy="7314014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99E747-9DBC-4813-BADD-0890ED683786}"/>
              </a:ext>
            </a:extLst>
          </p:cNvPr>
          <p:cNvSpPr txBox="1"/>
          <p:nvPr/>
        </p:nvSpPr>
        <p:spPr>
          <a:xfrm>
            <a:off x="366257" y="4503322"/>
            <a:ext cx="5363483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600" dirty="0"/>
              <a:t>Welcome to the Pizza Sales Analytics Project!</a:t>
            </a:r>
            <a:br>
              <a:rPr lang="en-US" sz="1600" dirty="0"/>
            </a:br>
            <a:r>
              <a:rPr lang="en-US" sz="1600" dirty="0"/>
              <a:t>This portfolio showcases an in-depth analysis and insights derived from our pizza sales data, including revenue generation, customer preferences, and operational performance.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628AA-6F95-4B2B-93FA-5DB7CFF0B0DB}"/>
              </a:ext>
            </a:extLst>
          </p:cNvPr>
          <p:cNvSpPr txBox="1"/>
          <p:nvPr/>
        </p:nvSpPr>
        <p:spPr>
          <a:xfrm>
            <a:off x="366258" y="2291192"/>
            <a:ext cx="5363483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+mj-lt"/>
              </a:rPr>
              <a:t>PIZZA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27385-2C5B-47A3-A7B7-F9B5D2488D09}"/>
              </a:ext>
            </a:extLst>
          </p:cNvPr>
          <p:cNvSpPr txBox="1"/>
          <p:nvPr/>
        </p:nvSpPr>
        <p:spPr>
          <a:xfrm>
            <a:off x="366258" y="3397257"/>
            <a:ext cx="5363483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200" i="1" dirty="0">
                <a:solidFill>
                  <a:schemeClr val="bg1"/>
                </a:solidFill>
                <a:highlight>
                  <a:srgbClr val="FF0000"/>
                </a:highlight>
                <a:latin typeface="+mj-lt"/>
              </a:rPr>
              <a:t>SALES ANALYSE BY</a:t>
            </a:r>
          </a:p>
          <a:p>
            <a:pPr algn="ctr">
              <a:spcAft>
                <a:spcPts val="600"/>
              </a:spcAft>
            </a:pPr>
            <a:r>
              <a:rPr lang="en-US" sz="3200" i="1" dirty="0">
                <a:solidFill>
                  <a:schemeClr val="bg1"/>
                </a:solidFill>
                <a:highlight>
                  <a:srgbClr val="FF0000"/>
                </a:highlight>
                <a:latin typeface="+mj-lt"/>
              </a:rPr>
              <a:t> SQL -QUERY</a:t>
            </a:r>
          </a:p>
        </p:txBody>
      </p:sp>
    </p:spTree>
    <p:extLst>
      <p:ext uri="{BB962C8B-B14F-4D97-AF65-F5344CB8AC3E}">
        <p14:creationId xmlns:p14="http://schemas.microsoft.com/office/powerpoint/2010/main" val="405727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B9E8DBD-7460-491E-8F56-9FDF58F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399E-F240-455F-81E0-227F2090C0ED}" type="datetime1">
              <a:rPr lang="en-US" smtClean="0"/>
              <a:t>12/27/2024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66FE9-49B8-49EE-A2CE-8E6046DA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2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2D175-E9D0-4A19-859E-7A41E1B59623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202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5A487B-1E3D-47E2-834C-1A39CCF33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25160" y="697563"/>
            <a:ext cx="5519900" cy="58547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FC88A8-C7D2-4632-9E57-F99477A06F2D}"/>
              </a:ext>
            </a:extLst>
          </p:cNvPr>
          <p:cNvSpPr txBox="1"/>
          <p:nvPr/>
        </p:nvSpPr>
        <p:spPr>
          <a:xfrm>
            <a:off x="4970811" y="77637"/>
            <a:ext cx="7024107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rgbClr val="20272D"/>
                </a:solidFill>
                <a:latin typeface="+mj-lt"/>
              </a:rPr>
              <a:t>QUERY 1 : CALCULATED TOTAL REVENUE GENRATED BY PIZZA SALE .</a:t>
            </a:r>
            <a:endParaRPr lang="en-US" sz="3600" dirty="0">
              <a:solidFill>
                <a:srgbClr val="20272D"/>
              </a:solidFill>
              <a:latin typeface="+mj-lt"/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EFC550BC-056A-4729-BCA8-6B4B86A1E1E1}"/>
              </a:ext>
            </a:extLst>
          </p:cNvPr>
          <p:cNvSpPr/>
          <p:nvPr/>
        </p:nvSpPr>
        <p:spPr>
          <a:xfrm>
            <a:off x="-84617" y="981011"/>
            <a:ext cx="5238814" cy="5238814"/>
          </a:xfrm>
          <a:prstGeom prst="pie">
            <a:avLst>
              <a:gd name="adj1" fmla="val 17708667"/>
              <a:gd name="adj2" fmla="val 20375889"/>
            </a:avLst>
          </a:prstGeom>
          <a:solidFill>
            <a:srgbClr val="EFAB0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96081-90FA-D3F2-4862-F4D96A9B1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14" y="1986498"/>
            <a:ext cx="5482276" cy="2885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D4C873-9EDE-CA5E-43B9-92E29D7CE8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619" y="5374078"/>
            <a:ext cx="2652043" cy="128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24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D5BCDB-13EE-4EB0-98E9-0E118EB9F3F5}"/>
              </a:ext>
            </a:extLst>
          </p:cNvPr>
          <p:cNvSpPr/>
          <p:nvPr/>
        </p:nvSpPr>
        <p:spPr>
          <a:xfrm>
            <a:off x="0" y="-897318"/>
            <a:ext cx="12192000" cy="2284158"/>
          </a:xfrm>
          <a:prstGeom prst="rect">
            <a:avLst/>
          </a:prstGeom>
          <a:solidFill>
            <a:srgbClr val="DCEC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83D65"/>
              </a:solidFill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083D65"/>
              </a:solidFill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QUERY 2 : RETRIVEE THE TOTAL NUMBER ORDER PLACED .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3B61C2A7-2BCA-40D9-84C5-8067903A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B28729-4CC1-4806-96C3-AF4C11DDAA9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B041A71-EE2B-F47C-E082-BE7B2549B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538" y="2055418"/>
            <a:ext cx="5385722" cy="170124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A630F63-9729-8C52-5076-85EF801457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922" y="4704415"/>
            <a:ext cx="4655819" cy="11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8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A452B57-3161-4C40-859F-BABE2827A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437" y="-81192"/>
            <a:ext cx="8026400" cy="60198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B9E8DBD-7460-491E-8F56-9FDF58F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399E-F240-455F-81E0-227F2090C0ED}" type="datetime1">
              <a:rPr lang="en-US" smtClean="0"/>
              <a:t>12/27/2024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66FE9-49B8-49EE-A2CE-8E6046DA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C2D175-E9D0-4A19-859E-7A41E1B59623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202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5174BE4-DD21-41D2-926B-332751D7A96A}"/>
              </a:ext>
            </a:extLst>
          </p:cNvPr>
          <p:cNvGrpSpPr/>
          <p:nvPr/>
        </p:nvGrpSpPr>
        <p:grpSpPr>
          <a:xfrm>
            <a:off x="5516322" y="3866457"/>
            <a:ext cx="287338" cy="231775"/>
            <a:chOff x="882650" y="3127375"/>
            <a:chExt cx="287338" cy="231775"/>
          </a:xfrm>
          <a:solidFill>
            <a:schemeClr val="bg1"/>
          </a:solidFill>
          <a:effectLst/>
        </p:grpSpPr>
        <p:sp>
          <p:nvSpPr>
            <p:cNvPr id="41" name="Freeform 1215">
              <a:extLst>
                <a:ext uri="{FF2B5EF4-FFF2-40B4-BE49-F238E27FC236}">
                  <a16:creationId xmlns:a16="http://schemas.microsoft.com/office/drawing/2014/main" id="{B3355B60-AF46-42BD-863B-42C4BC567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650" y="3225800"/>
              <a:ext cx="287338" cy="133350"/>
            </a:xfrm>
            <a:custGeom>
              <a:avLst/>
              <a:gdLst>
                <a:gd name="T0" fmla="*/ 766 w 902"/>
                <a:gd name="T1" fmla="*/ 0 h 421"/>
                <a:gd name="T2" fmla="*/ 15 w 902"/>
                <a:gd name="T3" fmla="*/ 0 h 421"/>
                <a:gd name="T4" fmla="*/ 7 w 902"/>
                <a:gd name="T5" fmla="*/ 2 h 421"/>
                <a:gd name="T6" fmla="*/ 3 w 902"/>
                <a:gd name="T7" fmla="*/ 7 h 421"/>
                <a:gd name="T8" fmla="*/ 0 w 902"/>
                <a:gd name="T9" fmla="*/ 14 h 421"/>
                <a:gd name="T10" fmla="*/ 1 w 902"/>
                <a:gd name="T11" fmla="*/ 22 h 421"/>
                <a:gd name="T12" fmla="*/ 120 w 902"/>
                <a:gd name="T13" fmla="*/ 331 h 421"/>
                <a:gd name="T14" fmla="*/ 122 w 902"/>
                <a:gd name="T15" fmla="*/ 349 h 421"/>
                <a:gd name="T16" fmla="*/ 126 w 902"/>
                <a:gd name="T17" fmla="*/ 366 h 421"/>
                <a:gd name="T18" fmla="*/ 135 w 902"/>
                <a:gd name="T19" fmla="*/ 382 h 421"/>
                <a:gd name="T20" fmla="*/ 146 w 902"/>
                <a:gd name="T21" fmla="*/ 396 h 421"/>
                <a:gd name="T22" fmla="*/ 159 w 902"/>
                <a:gd name="T23" fmla="*/ 406 h 421"/>
                <a:gd name="T24" fmla="*/ 175 w 902"/>
                <a:gd name="T25" fmla="*/ 414 h 421"/>
                <a:gd name="T26" fmla="*/ 192 w 902"/>
                <a:gd name="T27" fmla="*/ 420 h 421"/>
                <a:gd name="T28" fmla="*/ 210 w 902"/>
                <a:gd name="T29" fmla="*/ 421 h 421"/>
                <a:gd name="T30" fmla="*/ 701 w 902"/>
                <a:gd name="T31" fmla="*/ 421 h 421"/>
                <a:gd name="T32" fmla="*/ 719 w 902"/>
                <a:gd name="T33" fmla="*/ 417 h 421"/>
                <a:gd name="T34" fmla="*/ 735 w 902"/>
                <a:gd name="T35" fmla="*/ 410 h 421"/>
                <a:gd name="T36" fmla="*/ 749 w 902"/>
                <a:gd name="T37" fmla="*/ 400 h 421"/>
                <a:gd name="T38" fmla="*/ 761 w 902"/>
                <a:gd name="T39" fmla="*/ 388 h 421"/>
                <a:gd name="T40" fmla="*/ 771 w 902"/>
                <a:gd name="T41" fmla="*/ 375 h 421"/>
                <a:gd name="T42" fmla="*/ 777 w 902"/>
                <a:gd name="T43" fmla="*/ 358 h 421"/>
                <a:gd name="T44" fmla="*/ 781 w 902"/>
                <a:gd name="T45" fmla="*/ 341 h 421"/>
                <a:gd name="T46" fmla="*/ 782 w 902"/>
                <a:gd name="T47" fmla="*/ 30 h 421"/>
                <a:gd name="T48" fmla="*/ 825 w 902"/>
                <a:gd name="T49" fmla="*/ 31 h 421"/>
                <a:gd name="T50" fmla="*/ 845 w 902"/>
                <a:gd name="T51" fmla="*/ 40 h 421"/>
                <a:gd name="T52" fmla="*/ 862 w 902"/>
                <a:gd name="T53" fmla="*/ 57 h 421"/>
                <a:gd name="T54" fmla="*/ 871 w 902"/>
                <a:gd name="T55" fmla="*/ 79 h 421"/>
                <a:gd name="T56" fmla="*/ 872 w 902"/>
                <a:gd name="T57" fmla="*/ 346 h 421"/>
                <a:gd name="T58" fmla="*/ 877 w 902"/>
                <a:gd name="T59" fmla="*/ 357 h 421"/>
                <a:gd name="T60" fmla="*/ 886 w 902"/>
                <a:gd name="T61" fmla="*/ 362 h 421"/>
                <a:gd name="T62" fmla="*/ 897 w 902"/>
                <a:gd name="T63" fmla="*/ 357 h 421"/>
                <a:gd name="T64" fmla="*/ 902 w 902"/>
                <a:gd name="T65" fmla="*/ 346 h 421"/>
                <a:gd name="T66" fmla="*/ 901 w 902"/>
                <a:gd name="T67" fmla="*/ 81 h 421"/>
                <a:gd name="T68" fmla="*/ 897 w 902"/>
                <a:gd name="T69" fmla="*/ 64 h 421"/>
                <a:gd name="T70" fmla="*/ 891 w 902"/>
                <a:gd name="T71" fmla="*/ 47 h 421"/>
                <a:gd name="T72" fmla="*/ 882 w 902"/>
                <a:gd name="T73" fmla="*/ 33 h 421"/>
                <a:gd name="T74" fmla="*/ 869 w 902"/>
                <a:gd name="T75" fmla="*/ 20 h 421"/>
                <a:gd name="T76" fmla="*/ 855 w 902"/>
                <a:gd name="T77" fmla="*/ 11 h 421"/>
                <a:gd name="T78" fmla="*/ 839 w 902"/>
                <a:gd name="T79" fmla="*/ 5 h 421"/>
                <a:gd name="T80" fmla="*/ 821 w 902"/>
                <a:gd name="T81" fmla="*/ 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02" h="421">
                  <a:moveTo>
                    <a:pt x="811" y="0"/>
                  </a:moveTo>
                  <a:lnTo>
                    <a:pt x="766" y="0"/>
                  </a:lnTo>
                  <a:lnTo>
                    <a:pt x="436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7" y="2"/>
                  </a:lnTo>
                  <a:lnTo>
                    <a:pt x="5" y="5"/>
                  </a:lnTo>
                  <a:lnTo>
                    <a:pt x="3" y="7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1" y="22"/>
                  </a:lnTo>
                  <a:lnTo>
                    <a:pt x="120" y="289"/>
                  </a:lnTo>
                  <a:lnTo>
                    <a:pt x="120" y="331"/>
                  </a:lnTo>
                  <a:lnTo>
                    <a:pt x="120" y="340"/>
                  </a:lnTo>
                  <a:lnTo>
                    <a:pt x="122" y="349"/>
                  </a:lnTo>
                  <a:lnTo>
                    <a:pt x="124" y="358"/>
                  </a:lnTo>
                  <a:lnTo>
                    <a:pt x="126" y="366"/>
                  </a:lnTo>
                  <a:lnTo>
                    <a:pt x="130" y="375"/>
                  </a:lnTo>
                  <a:lnTo>
                    <a:pt x="135" y="382"/>
                  </a:lnTo>
                  <a:lnTo>
                    <a:pt x="140" y="388"/>
                  </a:lnTo>
                  <a:lnTo>
                    <a:pt x="146" y="396"/>
                  </a:lnTo>
                  <a:lnTo>
                    <a:pt x="152" y="400"/>
                  </a:lnTo>
                  <a:lnTo>
                    <a:pt x="159" y="406"/>
                  </a:lnTo>
                  <a:lnTo>
                    <a:pt x="166" y="410"/>
                  </a:lnTo>
                  <a:lnTo>
                    <a:pt x="175" y="414"/>
                  </a:lnTo>
                  <a:lnTo>
                    <a:pt x="183" y="417"/>
                  </a:lnTo>
                  <a:lnTo>
                    <a:pt x="192" y="420"/>
                  </a:lnTo>
                  <a:lnTo>
                    <a:pt x="200" y="421"/>
                  </a:lnTo>
                  <a:lnTo>
                    <a:pt x="210" y="421"/>
                  </a:lnTo>
                  <a:lnTo>
                    <a:pt x="691" y="421"/>
                  </a:lnTo>
                  <a:lnTo>
                    <a:pt x="701" y="421"/>
                  </a:lnTo>
                  <a:lnTo>
                    <a:pt x="709" y="420"/>
                  </a:lnTo>
                  <a:lnTo>
                    <a:pt x="719" y="417"/>
                  </a:lnTo>
                  <a:lnTo>
                    <a:pt x="727" y="414"/>
                  </a:lnTo>
                  <a:lnTo>
                    <a:pt x="735" y="410"/>
                  </a:lnTo>
                  <a:lnTo>
                    <a:pt x="742" y="406"/>
                  </a:lnTo>
                  <a:lnTo>
                    <a:pt x="749" y="400"/>
                  </a:lnTo>
                  <a:lnTo>
                    <a:pt x="755" y="396"/>
                  </a:lnTo>
                  <a:lnTo>
                    <a:pt x="761" y="388"/>
                  </a:lnTo>
                  <a:lnTo>
                    <a:pt x="766" y="382"/>
                  </a:lnTo>
                  <a:lnTo>
                    <a:pt x="771" y="375"/>
                  </a:lnTo>
                  <a:lnTo>
                    <a:pt x="775" y="366"/>
                  </a:lnTo>
                  <a:lnTo>
                    <a:pt x="777" y="358"/>
                  </a:lnTo>
                  <a:lnTo>
                    <a:pt x="780" y="349"/>
                  </a:lnTo>
                  <a:lnTo>
                    <a:pt x="781" y="341"/>
                  </a:lnTo>
                  <a:lnTo>
                    <a:pt x="782" y="331"/>
                  </a:lnTo>
                  <a:lnTo>
                    <a:pt x="782" y="30"/>
                  </a:lnTo>
                  <a:lnTo>
                    <a:pt x="811" y="30"/>
                  </a:lnTo>
                  <a:lnTo>
                    <a:pt x="825" y="31"/>
                  </a:lnTo>
                  <a:lnTo>
                    <a:pt x="835" y="35"/>
                  </a:lnTo>
                  <a:lnTo>
                    <a:pt x="845" y="40"/>
                  </a:lnTo>
                  <a:lnTo>
                    <a:pt x="855" y="48"/>
                  </a:lnTo>
                  <a:lnTo>
                    <a:pt x="862" y="57"/>
                  </a:lnTo>
                  <a:lnTo>
                    <a:pt x="867" y="67"/>
                  </a:lnTo>
                  <a:lnTo>
                    <a:pt x="871" y="79"/>
                  </a:lnTo>
                  <a:lnTo>
                    <a:pt x="872" y="91"/>
                  </a:lnTo>
                  <a:lnTo>
                    <a:pt x="872" y="346"/>
                  </a:lnTo>
                  <a:lnTo>
                    <a:pt x="873" y="352"/>
                  </a:lnTo>
                  <a:lnTo>
                    <a:pt x="877" y="357"/>
                  </a:lnTo>
                  <a:lnTo>
                    <a:pt x="882" y="360"/>
                  </a:lnTo>
                  <a:lnTo>
                    <a:pt x="886" y="362"/>
                  </a:lnTo>
                  <a:lnTo>
                    <a:pt x="892" y="360"/>
                  </a:lnTo>
                  <a:lnTo>
                    <a:pt x="897" y="357"/>
                  </a:lnTo>
                  <a:lnTo>
                    <a:pt x="901" y="352"/>
                  </a:lnTo>
                  <a:lnTo>
                    <a:pt x="902" y="346"/>
                  </a:lnTo>
                  <a:lnTo>
                    <a:pt x="902" y="91"/>
                  </a:lnTo>
                  <a:lnTo>
                    <a:pt x="901" y="81"/>
                  </a:lnTo>
                  <a:lnTo>
                    <a:pt x="900" y="73"/>
                  </a:lnTo>
                  <a:lnTo>
                    <a:pt x="897" y="64"/>
                  </a:lnTo>
                  <a:lnTo>
                    <a:pt x="895" y="56"/>
                  </a:lnTo>
                  <a:lnTo>
                    <a:pt x="891" y="47"/>
                  </a:lnTo>
                  <a:lnTo>
                    <a:pt x="886" y="40"/>
                  </a:lnTo>
                  <a:lnTo>
                    <a:pt x="882" y="33"/>
                  </a:lnTo>
                  <a:lnTo>
                    <a:pt x="876" y="26"/>
                  </a:lnTo>
                  <a:lnTo>
                    <a:pt x="869" y="20"/>
                  </a:lnTo>
                  <a:lnTo>
                    <a:pt x="862" y="16"/>
                  </a:lnTo>
                  <a:lnTo>
                    <a:pt x="855" y="11"/>
                  </a:lnTo>
                  <a:lnTo>
                    <a:pt x="848" y="7"/>
                  </a:lnTo>
                  <a:lnTo>
                    <a:pt x="839" y="5"/>
                  </a:lnTo>
                  <a:lnTo>
                    <a:pt x="831" y="2"/>
                  </a:lnTo>
                  <a:lnTo>
                    <a:pt x="821" y="1"/>
                  </a:lnTo>
                  <a:lnTo>
                    <a:pt x="8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216">
              <a:extLst>
                <a:ext uri="{FF2B5EF4-FFF2-40B4-BE49-F238E27FC236}">
                  <a16:creationId xmlns:a16="http://schemas.microsoft.com/office/drawing/2014/main" id="{D49B183E-B14A-45FD-8E74-22BC587C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525" y="3127375"/>
              <a:ext cx="47625" cy="93663"/>
            </a:xfrm>
            <a:custGeom>
              <a:avLst/>
              <a:gdLst>
                <a:gd name="T0" fmla="*/ 136 w 150"/>
                <a:gd name="T1" fmla="*/ 296 h 296"/>
                <a:gd name="T2" fmla="*/ 142 w 150"/>
                <a:gd name="T3" fmla="*/ 295 h 296"/>
                <a:gd name="T4" fmla="*/ 146 w 150"/>
                <a:gd name="T5" fmla="*/ 291 h 296"/>
                <a:gd name="T6" fmla="*/ 149 w 150"/>
                <a:gd name="T7" fmla="*/ 288 h 296"/>
                <a:gd name="T8" fmla="*/ 150 w 150"/>
                <a:gd name="T9" fmla="*/ 280 h 296"/>
                <a:gd name="T10" fmla="*/ 150 w 150"/>
                <a:gd name="T11" fmla="*/ 280 h 296"/>
                <a:gd name="T12" fmla="*/ 150 w 150"/>
                <a:gd name="T13" fmla="*/ 278 h 296"/>
                <a:gd name="T14" fmla="*/ 149 w 150"/>
                <a:gd name="T15" fmla="*/ 254 h 296"/>
                <a:gd name="T16" fmla="*/ 145 w 150"/>
                <a:gd name="T17" fmla="*/ 229 h 296"/>
                <a:gd name="T18" fmla="*/ 140 w 150"/>
                <a:gd name="T19" fmla="*/ 205 h 296"/>
                <a:gd name="T20" fmla="*/ 134 w 150"/>
                <a:gd name="T21" fmla="*/ 182 h 296"/>
                <a:gd name="T22" fmla="*/ 126 w 150"/>
                <a:gd name="T23" fmla="*/ 159 h 296"/>
                <a:gd name="T24" fmla="*/ 116 w 150"/>
                <a:gd name="T25" fmla="*/ 137 h 296"/>
                <a:gd name="T26" fmla="*/ 106 w 150"/>
                <a:gd name="T27" fmla="*/ 117 h 296"/>
                <a:gd name="T28" fmla="*/ 95 w 150"/>
                <a:gd name="T29" fmla="*/ 97 h 296"/>
                <a:gd name="T30" fmla="*/ 83 w 150"/>
                <a:gd name="T31" fmla="*/ 79 h 296"/>
                <a:gd name="T32" fmla="*/ 71 w 150"/>
                <a:gd name="T33" fmla="*/ 62 h 296"/>
                <a:gd name="T34" fmla="*/ 59 w 150"/>
                <a:gd name="T35" fmla="*/ 47 h 296"/>
                <a:gd name="T36" fmla="*/ 47 w 150"/>
                <a:gd name="T37" fmla="*/ 34 h 296"/>
                <a:gd name="T38" fmla="*/ 34 w 150"/>
                <a:gd name="T39" fmla="*/ 22 h 296"/>
                <a:gd name="T40" fmla="*/ 21 w 150"/>
                <a:gd name="T41" fmla="*/ 12 h 296"/>
                <a:gd name="T42" fmla="*/ 10 w 150"/>
                <a:gd name="T43" fmla="*/ 5 h 296"/>
                <a:gd name="T44" fmla="*/ 0 w 150"/>
                <a:gd name="T45" fmla="*/ 0 h 296"/>
                <a:gd name="T46" fmla="*/ 0 w 150"/>
                <a:gd name="T47" fmla="*/ 296 h 296"/>
                <a:gd name="T48" fmla="*/ 136 w 150"/>
                <a:gd name="T49" fmla="*/ 296 h 296"/>
                <a:gd name="T50" fmla="*/ 136 w 150"/>
                <a:gd name="T51" fmla="*/ 296 h 296"/>
                <a:gd name="T52" fmla="*/ 136 w 150"/>
                <a:gd name="T53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296">
                  <a:moveTo>
                    <a:pt x="136" y="296"/>
                  </a:moveTo>
                  <a:lnTo>
                    <a:pt x="142" y="295"/>
                  </a:lnTo>
                  <a:lnTo>
                    <a:pt x="146" y="291"/>
                  </a:lnTo>
                  <a:lnTo>
                    <a:pt x="149" y="288"/>
                  </a:lnTo>
                  <a:lnTo>
                    <a:pt x="150" y="280"/>
                  </a:lnTo>
                  <a:lnTo>
                    <a:pt x="150" y="280"/>
                  </a:lnTo>
                  <a:lnTo>
                    <a:pt x="150" y="278"/>
                  </a:lnTo>
                  <a:lnTo>
                    <a:pt x="149" y="254"/>
                  </a:lnTo>
                  <a:lnTo>
                    <a:pt x="145" y="229"/>
                  </a:lnTo>
                  <a:lnTo>
                    <a:pt x="140" y="205"/>
                  </a:lnTo>
                  <a:lnTo>
                    <a:pt x="134" y="182"/>
                  </a:lnTo>
                  <a:lnTo>
                    <a:pt x="126" y="159"/>
                  </a:lnTo>
                  <a:lnTo>
                    <a:pt x="116" y="137"/>
                  </a:lnTo>
                  <a:lnTo>
                    <a:pt x="106" y="117"/>
                  </a:lnTo>
                  <a:lnTo>
                    <a:pt x="95" y="97"/>
                  </a:lnTo>
                  <a:lnTo>
                    <a:pt x="83" y="79"/>
                  </a:lnTo>
                  <a:lnTo>
                    <a:pt x="71" y="62"/>
                  </a:lnTo>
                  <a:lnTo>
                    <a:pt x="59" y="47"/>
                  </a:lnTo>
                  <a:lnTo>
                    <a:pt x="47" y="34"/>
                  </a:lnTo>
                  <a:lnTo>
                    <a:pt x="34" y="22"/>
                  </a:lnTo>
                  <a:lnTo>
                    <a:pt x="21" y="12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96"/>
                  </a:lnTo>
                  <a:lnTo>
                    <a:pt x="136" y="296"/>
                  </a:lnTo>
                  <a:lnTo>
                    <a:pt x="136" y="296"/>
                  </a:lnTo>
                  <a:lnTo>
                    <a:pt x="136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217">
              <a:extLst>
                <a:ext uri="{FF2B5EF4-FFF2-40B4-BE49-F238E27FC236}">
                  <a16:creationId xmlns:a16="http://schemas.microsoft.com/office/drawing/2014/main" id="{967857D8-7CA8-43AB-BC00-7F3AA2D09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3127375"/>
              <a:ext cx="47625" cy="93663"/>
            </a:xfrm>
            <a:custGeom>
              <a:avLst/>
              <a:gdLst>
                <a:gd name="T0" fmla="*/ 15 w 150"/>
                <a:gd name="T1" fmla="*/ 296 h 296"/>
                <a:gd name="T2" fmla="*/ 150 w 150"/>
                <a:gd name="T3" fmla="*/ 296 h 296"/>
                <a:gd name="T4" fmla="*/ 150 w 150"/>
                <a:gd name="T5" fmla="*/ 0 h 296"/>
                <a:gd name="T6" fmla="*/ 139 w 150"/>
                <a:gd name="T7" fmla="*/ 5 h 296"/>
                <a:gd name="T8" fmla="*/ 128 w 150"/>
                <a:gd name="T9" fmla="*/ 12 h 296"/>
                <a:gd name="T10" fmla="*/ 116 w 150"/>
                <a:gd name="T11" fmla="*/ 22 h 296"/>
                <a:gd name="T12" fmla="*/ 104 w 150"/>
                <a:gd name="T13" fmla="*/ 34 h 296"/>
                <a:gd name="T14" fmla="*/ 91 w 150"/>
                <a:gd name="T15" fmla="*/ 47 h 296"/>
                <a:gd name="T16" fmla="*/ 79 w 150"/>
                <a:gd name="T17" fmla="*/ 63 h 296"/>
                <a:gd name="T18" fmla="*/ 66 w 150"/>
                <a:gd name="T19" fmla="*/ 80 h 296"/>
                <a:gd name="T20" fmla="*/ 54 w 150"/>
                <a:gd name="T21" fmla="*/ 98 h 296"/>
                <a:gd name="T22" fmla="*/ 43 w 150"/>
                <a:gd name="T23" fmla="*/ 118 h 296"/>
                <a:gd name="T24" fmla="*/ 34 w 150"/>
                <a:gd name="T25" fmla="*/ 138 h 296"/>
                <a:gd name="T26" fmla="*/ 24 w 150"/>
                <a:gd name="T27" fmla="*/ 160 h 296"/>
                <a:gd name="T28" fmla="*/ 15 w 150"/>
                <a:gd name="T29" fmla="*/ 183 h 296"/>
                <a:gd name="T30" fmla="*/ 9 w 150"/>
                <a:gd name="T31" fmla="*/ 208 h 296"/>
                <a:gd name="T32" fmla="*/ 5 w 150"/>
                <a:gd name="T33" fmla="*/ 232 h 296"/>
                <a:gd name="T34" fmla="*/ 1 w 150"/>
                <a:gd name="T35" fmla="*/ 256 h 296"/>
                <a:gd name="T36" fmla="*/ 0 w 150"/>
                <a:gd name="T37" fmla="*/ 280 h 296"/>
                <a:gd name="T38" fmla="*/ 1 w 150"/>
                <a:gd name="T39" fmla="*/ 288 h 296"/>
                <a:gd name="T40" fmla="*/ 5 w 150"/>
                <a:gd name="T41" fmla="*/ 291 h 296"/>
                <a:gd name="T42" fmla="*/ 9 w 150"/>
                <a:gd name="T43" fmla="*/ 295 h 296"/>
                <a:gd name="T44" fmla="*/ 15 w 150"/>
                <a:gd name="T45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0" h="296">
                  <a:moveTo>
                    <a:pt x="15" y="296"/>
                  </a:moveTo>
                  <a:lnTo>
                    <a:pt x="150" y="296"/>
                  </a:lnTo>
                  <a:lnTo>
                    <a:pt x="150" y="0"/>
                  </a:lnTo>
                  <a:lnTo>
                    <a:pt x="139" y="5"/>
                  </a:lnTo>
                  <a:lnTo>
                    <a:pt x="128" y="12"/>
                  </a:lnTo>
                  <a:lnTo>
                    <a:pt x="116" y="22"/>
                  </a:lnTo>
                  <a:lnTo>
                    <a:pt x="104" y="34"/>
                  </a:lnTo>
                  <a:lnTo>
                    <a:pt x="91" y="47"/>
                  </a:lnTo>
                  <a:lnTo>
                    <a:pt x="79" y="63"/>
                  </a:lnTo>
                  <a:lnTo>
                    <a:pt x="66" y="80"/>
                  </a:lnTo>
                  <a:lnTo>
                    <a:pt x="54" y="98"/>
                  </a:lnTo>
                  <a:lnTo>
                    <a:pt x="43" y="118"/>
                  </a:lnTo>
                  <a:lnTo>
                    <a:pt x="34" y="138"/>
                  </a:lnTo>
                  <a:lnTo>
                    <a:pt x="24" y="160"/>
                  </a:lnTo>
                  <a:lnTo>
                    <a:pt x="15" y="183"/>
                  </a:lnTo>
                  <a:lnTo>
                    <a:pt x="9" y="208"/>
                  </a:lnTo>
                  <a:lnTo>
                    <a:pt x="5" y="232"/>
                  </a:lnTo>
                  <a:lnTo>
                    <a:pt x="1" y="256"/>
                  </a:lnTo>
                  <a:lnTo>
                    <a:pt x="0" y="280"/>
                  </a:lnTo>
                  <a:lnTo>
                    <a:pt x="1" y="288"/>
                  </a:lnTo>
                  <a:lnTo>
                    <a:pt x="5" y="291"/>
                  </a:lnTo>
                  <a:lnTo>
                    <a:pt x="9" y="295"/>
                  </a:lnTo>
                  <a:lnTo>
                    <a:pt x="15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Freeform 1251">
            <a:extLst>
              <a:ext uri="{FF2B5EF4-FFF2-40B4-BE49-F238E27FC236}">
                <a16:creationId xmlns:a16="http://schemas.microsoft.com/office/drawing/2014/main" id="{5DD51506-679E-47DC-AF5F-5DF915DC6C67}"/>
              </a:ext>
            </a:extLst>
          </p:cNvPr>
          <p:cNvSpPr>
            <a:spLocks noEditPoints="1"/>
          </p:cNvSpPr>
          <p:nvPr/>
        </p:nvSpPr>
        <p:spPr bwMode="auto">
          <a:xfrm>
            <a:off x="4849246" y="874886"/>
            <a:ext cx="287338" cy="238125"/>
          </a:xfrm>
          <a:custGeom>
            <a:avLst/>
            <a:gdLst>
              <a:gd name="T0" fmla="*/ 674 w 902"/>
              <a:gd name="T1" fmla="*/ 198 h 751"/>
              <a:gd name="T2" fmla="*/ 709 w 902"/>
              <a:gd name="T3" fmla="*/ 210 h 751"/>
              <a:gd name="T4" fmla="*/ 739 w 902"/>
              <a:gd name="T5" fmla="*/ 232 h 751"/>
              <a:gd name="T6" fmla="*/ 762 w 902"/>
              <a:gd name="T7" fmla="*/ 260 h 751"/>
              <a:gd name="T8" fmla="*/ 777 w 902"/>
              <a:gd name="T9" fmla="*/ 293 h 751"/>
              <a:gd name="T10" fmla="*/ 782 w 902"/>
              <a:gd name="T11" fmla="*/ 330 h 751"/>
              <a:gd name="T12" fmla="*/ 777 w 902"/>
              <a:gd name="T13" fmla="*/ 368 h 751"/>
              <a:gd name="T14" fmla="*/ 762 w 902"/>
              <a:gd name="T15" fmla="*/ 402 h 751"/>
              <a:gd name="T16" fmla="*/ 739 w 902"/>
              <a:gd name="T17" fmla="*/ 430 h 751"/>
              <a:gd name="T18" fmla="*/ 709 w 902"/>
              <a:gd name="T19" fmla="*/ 450 h 751"/>
              <a:gd name="T20" fmla="*/ 674 w 902"/>
              <a:gd name="T21" fmla="*/ 462 h 751"/>
              <a:gd name="T22" fmla="*/ 149 w 902"/>
              <a:gd name="T23" fmla="*/ 562 h 751"/>
              <a:gd name="T24" fmla="*/ 136 w 902"/>
              <a:gd name="T25" fmla="*/ 571 h 751"/>
              <a:gd name="T26" fmla="*/ 121 w 902"/>
              <a:gd name="T27" fmla="*/ 562 h 751"/>
              <a:gd name="T28" fmla="*/ 121 w 902"/>
              <a:gd name="T29" fmla="*/ 129 h 751"/>
              <a:gd name="T30" fmla="*/ 136 w 902"/>
              <a:gd name="T31" fmla="*/ 120 h 751"/>
              <a:gd name="T32" fmla="*/ 149 w 902"/>
              <a:gd name="T33" fmla="*/ 129 h 751"/>
              <a:gd name="T34" fmla="*/ 661 w 902"/>
              <a:gd name="T35" fmla="*/ 75 h 751"/>
              <a:gd name="T36" fmla="*/ 658 w 902"/>
              <a:gd name="T37" fmla="*/ 4 h 751"/>
              <a:gd name="T38" fmla="*/ 16 w 902"/>
              <a:gd name="T39" fmla="*/ 0 h 751"/>
              <a:gd name="T40" fmla="*/ 1 w 902"/>
              <a:gd name="T41" fmla="*/ 8 h 751"/>
              <a:gd name="T42" fmla="*/ 1 w 902"/>
              <a:gd name="T43" fmla="*/ 630 h 751"/>
              <a:gd name="T44" fmla="*/ 11 w 902"/>
              <a:gd name="T45" fmla="*/ 669 h 751"/>
              <a:gd name="T46" fmla="*/ 31 w 902"/>
              <a:gd name="T47" fmla="*/ 702 h 751"/>
              <a:gd name="T48" fmla="*/ 59 w 902"/>
              <a:gd name="T49" fmla="*/ 728 h 751"/>
              <a:gd name="T50" fmla="*/ 96 w 902"/>
              <a:gd name="T51" fmla="*/ 745 h 751"/>
              <a:gd name="T52" fmla="*/ 136 w 902"/>
              <a:gd name="T53" fmla="*/ 751 h 751"/>
              <a:gd name="T54" fmla="*/ 553 w 902"/>
              <a:gd name="T55" fmla="*/ 749 h 751"/>
              <a:gd name="T56" fmla="*/ 591 w 902"/>
              <a:gd name="T57" fmla="*/ 736 h 751"/>
              <a:gd name="T58" fmla="*/ 621 w 902"/>
              <a:gd name="T59" fmla="*/ 711 h 751"/>
              <a:gd name="T60" fmla="*/ 646 w 902"/>
              <a:gd name="T61" fmla="*/ 681 h 751"/>
              <a:gd name="T62" fmla="*/ 659 w 902"/>
              <a:gd name="T63" fmla="*/ 643 h 751"/>
              <a:gd name="T64" fmla="*/ 661 w 902"/>
              <a:gd name="T65" fmla="*/ 585 h 751"/>
              <a:gd name="T66" fmla="*/ 733 w 902"/>
              <a:gd name="T67" fmla="*/ 571 h 751"/>
              <a:gd name="T68" fmla="*/ 796 w 902"/>
              <a:gd name="T69" fmla="*/ 537 h 751"/>
              <a:gd name="T70" fmla="*/ 847 w 902"/>
              <a:gd name="T71" fmla="*/ 488 h 751"/>
              <a:gd name="T72" fmla="*/ 884 w 902"/>
              <a:gd name="T73" fmla="*/ 426 h 751"/>
              <a:gd name="T74" fmla="*/ 899 w 902"/>
              <a:gd name="T75" fmla="*/ 368 h 751"/>
              <a:gd name="T76" fmla="*/ 902 w 902"/>
              <a:gd name="T77" fmla="*/ 330 h 751"/>
              <a:gd name="T78" fmla="*/ 899 w 902"/>
              <a:gd name="T79" fmla="*/ 293 h 751"/>
              <a:gd name="T80" fmla="*/ 884 w 902"/>
              <a:gd name="T81" fmla="*/ 234 h 751"/>
              <a:gd name="T82" fmla="*/ 847 w 902"/>
              <a:gd name="T83" fmla="*/ 172 h 751"/>
              <a:gd name="T84" fmla="*/ 796 w 902"/>
              <a:gd name="T85" fmla="*/ 124 h 751"/>
              <a:gd name="T86" fmla="*/ 733 w 902"/>
              <a:gd name="T87" fmla="*/ 91 h 751"/>
              <a:gd name="T88" fmla="*/ 661 w 902"/>
              <a:gd name="T89" fmla="*/ 75 h 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2" h="751">
                <a:moveTo>
                  <a:pt x="661" y="465"/>
                </a:moveTo>
                <a:lnTo>
                  <a:pt x="661" y="197"/>
                </a:lnTo>
                <a:lnTo>
                  <a:pt x="674" y="198"/>
                </a:lnTo>
                <a:lnTo>
                  <a:pt x="686" y="201"/>
                </a:lnTo>
                <a:lnTo>
                  <a:pt x="698" y="205"/>
                </a:lnTo>
                <a:lnTo>
                  <a:pt x="709" y="210"/>
                </a:lnTo>
                <a:lnTo>
                  <a:pt x="720" y="216"/>
                </a:lnTo>
                <a:lnTo>
                  <a:pt x="729" y="223"/>
                </a:lnTo>
                <a:lnTo>
                  <a:pt x="739" y="232"/>
                </a:lnTo>
                <a:lnTo>
                  <a:pt x="748" y="240"/>
                </a:lnTo>
                <a:lnTo>
                  <a:pt x="755" y="249"/>
                </a:lnTo>
                <a:lnTo>
                  <a:pt x="762" y="260"/>
                </a:lnTo>
                <a:lnTo>
                  <a:pt x="767" y="269"/>
                </a:lnTo>
                <a:lnTo>
                  <a:pt x="773" y="282"/>
                </a:lnTo>
                <a:lnTo>
                  <a:pt x="777" y="293"/>
                </a:lnTo>
                <a:lnTo>
                  <a:pt x="779" y="305"/>
                </a:lnTo>
                <a:lnTo>
                  <a:pt x="782" y="318"/>
                </a:lnTo>
                <a:lnTo>
                  <a:pt x="782" y="330"/>
                </a:lnTo>
                <a:lnTo>
                  <a:pt x="782" y="344"/>
                </a:lnTo>
                <a:lnTo>
                  <a:pt x="779" y="356"/>
                </a:lnTo>
                <a:lnTo>
                  <a:pt x="777" y="368"/>
                </a:lnTo>
                <a:lnTo>
                  <a:pt x="773" y="380"/>
                </a:lnTo>
                <a:lnTo>
                  <a:pt x="767" y="391"/>
                </a:lnTo>
                <a:lnTo>
                  <a:pt x="762" y="402"/>
                </a:lnTo>
                <a:lnTo>
                  <a:pt x="755" y="412"/>
                </a:lnTo>
                <a:lnTo>
                  <a:pt x="748" y="421"/>
                </a:lnTo>
                <a:lnTo>
                  <a:pt x="739" y="430"/>
                </a:lnTo>
                <a:lnTo>
                  <a:pt x="729" y="437"/>
                </a:lnTo>
                <a:lnTo>
                  <a:pt x="720" y="444"/>
                </a:lnTo>
                <a:lnTo>
                  <a:pt x="709" y="450"/>
                </a:lnTo>
                <a:lnTo>
                  <a:pt x="698" y="455"/>
                </a:lnTo>
                <a:lnTo>
                  <a:pt x="686" y="460"/>
                </a:lnTo>
                <a:lnTo>
                  <a:pt x="674" y="462"/>
                </a:lnTo>
                <a:lnTo>
                  <a:pt x="661" y="465"/>
                </a:lnTo>
                <a:close/>
                <a:moveTo>
                  <a:pt x="150" y="556"/>
                </a:moveTo>
                <a:lnTo>
                  <a:pt x="149" y="562"/>
                </a:lnTo>
                <a:lnTo>
                  <a:pt x="145" y="567"/>
                </a:lnTo>
                <a:lnTo>
                  <a:pt x="141" y="571"/>
                </a:lnTo>
                <a:lnTo>
                  <a:pt x="136" y="571"/>
                </a:lnTo>
                <a:lnTo>
                  <a:pt x="130" y="571"/>
                </a:lnTo>
                <a:lnTo>
                  <a:pt x="125" y="567"/>
                </a:lnTo>
                <a:lnTo>
                  <a:pt x="121" y="562"/>
                </a:lnTo>
                <a:lnTo>
                  <a:pt x="120" y="556"/>
                </a:lnTo>
                <a:lnTo>
                  <a:pt x="120" y="135"/>
                </a:lnTo>
                <a:lnTo>
                  <a:pt x="121" y="129"/>
                </a:lnTo>
                <a:lnTo>
                  <a:pt x="125" y="125"/>
                </a:lnTo>
                <a:lnTo>
                  <a:pt x="130" y="121"/>
                </a:lnTo>
                <a:lnTo>
                  <a:pt x="136" y="120"/>
                </a:lnTo>
                <a:lnTo>
                  <a:pt x="141" y="121"/>
                </a:lnTo>
                <a:lnTo>
                  <a:pt x="145" y="125"/>
                </a:lnTo>
                <a:lnTo>
                  <a:pt x="149" y="129"/>
                </a:lnTo>
                <a:lnTo>
                  <a:pt x="150" y="135"/>
                </a:lnTo>
                <a:lnTo>
                  <a:pt x="150" y="556"/>
                </a:lnTo>
                <a:close/>
                <a:moveTo>
                  <a:pt x="661" y="75"/>
                </a:moveTo>
                <a:lnTo>
                  <a:pt x="661" y="15"/>
                </a:lnTo>
                <a:lnTo>
                  <a:pt x="660" y="8"/>
                </a:lnTo>
                <a:lnTo>
                  <a:pt x="658" y="4"/>
                </a:lnTo>
                <a:lnTo>
                  <a:pt x="653" y="1"/>
                </a:lnTo>
                <a:lnTo>
                  <a:pt x="647" y="0"/>
                </a:lnTo>
                <a:lnTo>
                  <a:pt x="16" y="0"/>
                </a:lnTo>
                <a:lnTo>
                  <a:pt x="9" y="1"/>
                </a:lnTo>
                <a:lnTo>
                  <a:pt x="5" y="4"/>
                </a:lnTo>
                <a:lnTo>
                  <a:pt x="1" y="8"/>
                </a:lnTo>
                <a:lnTo>
                  <a:pt x="0" y="15"/>
                </a:lnTo>
                <a:lnTo>
                  <a:pt x="0" y="617"/>
                </a:lnTo>
                <a:lnTo>
                  <a:pt x="1" y="630"/>
                </a:lnTo>
                <a:lnTo>
                  <a:pt x="2" y="643"/>
                </a:lnTo>
                <a:lnTo>
                  <a:pt x="6" y="657"/>
                </a:lnTo>
                <a:lnTo>
                  <a:pt x="11" y="669"/>
                </a:lnTo>
                <a:lnTo>
                  <a:pt x="17" y="681"/>
                </a:lnTo>
                <a:lnTo>
                  <a:pt x="23" y="692"/>
                </a:lnTo>
                <a:lnTo>
                  <a:pt x="31" y="702"/>
                </a:lnTo>
                <a:lnTo>
                  <a:pt x="40" y="711"/>
                </a:lnTo>
                <a:lnTo>
                  <a:pt x="50" y="721"/>
                </a:lnTo>
                <a:lnTo>
                  <a:pt x="59" y="728"/>
                </a:lnTo>
                <a:lnTo>
                  <a:pt x="71" y="736"/>
                </a:lnTo>
                <a:lnTo>
                  <a:pt x="82" y="741"/>
                </a:lnTo>
                <a:lnTo>
                  <a:pt x="96" y="745"/>
                </a:lnTo>
                <a:lnTo>
                  <a:pt x="108" y="749"/>
                </a:lnTo>
                <a:lnTo>
                  <a:pt x="121" y="751"/>
                </a:lnTo>
                <a:lnTo>
                  <a:pt x="136" y="751"/>
                </a:lnTo>
                <a:lnTo>
                  <a:pt x="527" y="751"/>
                </a:lnTo>
                <a:lnTo>
                  <a:pt x="540" y="751"/>
                </a:lnTo>
                <a:lnTo>
                  <a:pt x="553" y="749"/>
                </a:lnTo>
                <a:lnTo>
                  <a:pt x="567" y="745"/>
                </a:lnTo>
                <a:lnTo>
                  <a:pt x="579" y="741"/>
                </a:lnTo>
                <a:lnTo>
                  <a:pt x="591" y="736"/>
                </a:lnTo>
                <a:lnTo>
                  <a:pt x="602" y="728"/>
                </a:lnTo>
                <a:lnTo>
                  <a:pt x="613" y="721"/>
                </a:lnTo>
                <a:lnTo>
                  <a:pt x="621" y="711"/>
                </a:lnTo>
                <a:lnTo>
                  <a:pt x="631" y="702"/>
                </a:lnTo>
                <a:lnTo>
                  <a:pt x="638" y="692"/>
                </a:lnTo>
                <a:lnTo>
                  <a:pt x="646" y="681"/>
                </a:lnTo>
                <a:lnTo>
                  <a:pt x="651" y="669"/>
                </a:lnTo>
                <a:lnTo>
                  <a:pt x="655" y="657"/>
                </a:lnTo>
                <a:lnTo>
                  <a:pt x="659" y="643"/>
                </a:lnTo>
                <a:lnTo>
                  <a:pt x="661" y="630"/>
                </a:lnTo>
                <a:lnTo>
                  <a:pt x="661" y="617"/>
                </a:lnTo>
                <a:lnTo>
                  <a:pt x="661" y="585"/>
                </a:lnTo>
                <a:lnTo>
                  <a:pt x="687" y="583"/>
                </a:lnTo>
                <a:lnTo>
                  <a:pt x="710" y="578"/>
                </a:lnTo>
                <a:lnTo>
                  <a:pt x="733" y="571"/>
                </a:lnTo>
                <a:lnTo>
                  <a:pt x="756" y="561"/>
                </a:lnTo>
                <a:lnTo>
                  <a:pt x="777" y="550"/>
                </a:lnTo>
                <a:lnTo>
                  <a:pt x="796" y="537"/>
                </a:lnTo>
                <a:lnTo>
                  <a:pt x="816" y="522"/>
                </a:lnTo>
                <a:lnTo>
                  <a:pt x="833" y="506"/>
                </a:lnTo>
                <a:lnTo>
                  <a:pt x="847" y="488"/>
                </a:lnTo>
                <a:lnTo>
                  <a:pt x="862" y="469"/>
                </a:lnTo>
                <a:lnTo>
                  <a:pt x="874" y="448"/>
                </a:lnTo>
                <a:lnTo>
                  <a:pt x="884" y="426"/>
                </a:lnTo>
                <a:lnTo>
                  <a:pt x="891" y="404"/>
                </a:lnTo>
                <a:lnTo>
                  <a:pt x="897" y="380"/>
                </a:lnTo>
                <a:lnTo>
                  <a:pt x="899" y="368"/>
                </a:lnTo>
                <a:lnTo>
                  <a:pt x="901" y="356"/>
                </a:lnTo>
                <a:lnTo>
                  <a:pt x="902" y="344"/>
                </a:lnTo>
                <a:lnTo>
                  <a:pt x="902" y="330"/>
                </a:lnTo>
                <a:lnTo>
                  <a:pt x="902" y="318"/>
                </a:lnTo>
                <a:lnTo>
                  <a:pt x="901" y="306"/>
                </a:lnTo>
                <a:lnTo>
                  <a:pt x="899" y="293"/>
                </a:lnTo>
                <a:lnTo>
                  <a:pt x="897" y="280"/>
                </a:lnTo>
                <a:lnTo>
                  <a:pt x="892" y="257"/>
                </a:lnTo>
                <a:lnTo>
                  <a:pt x="884" y="234"/>
                </a:lnTo>
                <a:lnTo>
                  <a:pt x="874" y="212"/>
                </a:lnTo>
                <a:lnTo>
                  <a:pt x="862" y="192"/>
                </a:lnTo>
                <a:lnTo>
                  <a:pt x="847" y="172"/>
                </a:lnTo>
                <a:lnTo>
                  <a:pt x="833" y="155"/>
                </a:lnTo>
                <a:lnTo>
                  <a:pt x="816" y="138"/>
                </a:lnTo>
                <a:lnTo>
                  <a:pt x="796" y="124"/>
                </a:lnTo>
                <a:lnTo>
                  <a:pt x="777" y="110"/>
                </a:lnTo>
                <a:lnTo>
                  <a:pt x="756" y="99"/>
                </a:lnTo>
                <a:lnTo>
                  <a:pt x="733" y="91"/>
                </a:lnTo>
                <a:lnTo>
                  <a:pt x="710" y="84"/>
                </a:lnTo>
                <a:lnTo>
                  <a:pt x="687" y="79"/>
                </a:lnTo>
                <a:lnTo>
                  <a:pt x="661" y="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2F8C4AF-08B8-4706-9C16-4FFD604B548C}"/>
              </a:ext>
            </a:extLst>
          </p:cNvPr>
          <p:cNvGrpSpPr/>
          <p:nvPr/>
        </p:nvGrpSpPr>
        <p:grpSpPr>
          <a:xfrm>
            <a:off x="7409605" y="5137266"/>
            <a:ext cx="206375" cy="287338"/>
            <a:chOff x="366713" y="3644900"/>
            <a:chExt cx="206375" cy="287338"/>
          </a:xfrm>
          <a:solidFill>
            <a:schemeClr val="bg1"/>
          </a:solidFill>
          <a:effectLst/>
        </p:grpSpPr>
        <p:sp>
          <p:nvSpPr>
            <p:cNvPr id="51" name="Freeform 1331">
              <a:extLst>
                <a:ext uri="{FF2B5EF4-FFF2-40B4-BE49-F238E27FC236}">
                  <a16:creationId xmlns:a16="http://schemas.microsoft.com/office/drawing/2014/main" id="{7A4C0B09-E521-46D3-AFEE-AB62E0261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13" y="3644900"/>
              <a:ext cx="96838" cy="287338"/>
            </a:xfrm>
            <a:custGeom>
              <a:avLst/>
              <a:gdLst>
                <a:gd name="T0" fmla="*/ 264 w 301"/>
                <a:gd name="T1" fmla="*/ 1 h 902"/>
                <a:gd name="T2" fmla="*/ 253 w 301"/>
                <a:gd name="T3" fmla="*/ 5 h 902"/>
                <a:gd name="T4" fmla="*/ 245 w 301"/>
                <a:gd name="T5" fmla="*/ 13 h 902"/>
                <a:gd name="T6" fmla="*/ 240 w 301"/>
                <a:gd name="T7" fmla="*/ 24 h 902"/>
                <a:gd name="T8" fmla="*/ 240 w 301"/>
                <a:gd name="T9" fmla="*/ 226 h 902"/>
                <a:gd name="T10" fmla="*/ 235 w 301"/>
                <a:gd name="T11" fmla="*/ 254 h 902"/>
                <a:gd name="T12" fmla="*/ 223 w 301"/>
                <a:gd name="T13" fmla="*/ 279 h 902"/>
                <a:gd name="T14" fmla="*/ 204 w 301"/>
                <a:gd name="T15" fmla="*/ 299 h 902"/>
                <a:gd name="T16" fmla="*/ 179 w 301"/>
                <a:gd name="T17" fmla="*/ 312 h 902"/>
                <a:gd name="T18" fmla="*/ 179 w 301"/>
                <a:gd name="T19" fmla="*/ 24 h 902"/>
                <a:gd name="T20" fmla="*/ 175 w 301"/>
                <a:gd name="T21" fmla="*/ 13 h 902"/>
                <a:gd name="T22" fmla="*/ 166 w 301"/>
                <a:gd name="T23" fmla="*/ 5 h 902"/>
                <a:gd name="T24" fmla="*/ 156 w 301"/>
                <a:gd name="T25" fmla="*/ 1 h 902"/>
                <a:gd name="T26" fmla="*/ 144 w 301"/>
                <a:gd name="T27" fmla="*/ 1 h 902"/>
                <a:gd name="T28" fmla="*/ 133 w 301"/>
                <a:gd name="T29" fmla="*/ 5 h 902"/>
                <a:gd name="T30" fmla="*/ 125 w 301"/>
                <a:gd name="T31" fmla="*/ 13 h 902"/>
                <a:gd name="T32" fmla="*/ 120 w 301"/>
                <a:gd name="T33" fmla="*/ 24 h 902"/>
                <a:gd name="T34" fmla="*/ 120 w 301"/>
                <a:gd name="T35" fmla="*/ 312 h 902"/>
                <a:gd name="T36" fmla="*/ 96 w 301"/>
                <a:gd name="T37" fmla="*/ 299 h 902"/>
                <a:gd name="T38" fmla="*/ 76 w 301"/>
                <a:gd name="T39" fmla="*/ 279 h 902"/>
                <a:gd name="T40" fmla="*/ 64 w 301"/>
                <a:gd name="T41" fmla="*/ 254 h 902"/>
                <a:gd name="T42" fmla="*/ 59 w 301"/>
                <a:gd name="T43" fmla="*/ 226 h 902"/>
                <a:gd name="T44" fmla="*/ 59 w 301"/>
                <a:gd name="T45" fmla="*/ 24 h 902"/>
                <a:gd name="T46" fmla="*/ 54 w 301"/>
                <a:gd name="T47" fmla="*/ 13 h 902"/>
                <a:gd name="T48" fmla="*/ 46 w 301"/>
                <a:gd name="T49" fmla="*/ 5 h 902"/>
                <a:gd name="T50" fmla="*/ 36 w 301"/>
                <a:gd name="T51" fmla="*/ 1 h 902"/>
                <a:gd name="T52" fmla="*/ 24 w 301"/>
                <a:gd name="T53" fmla="*/ 1 h 902"/>
                <a:gd name="T54" fmla="*/ 13 w 301"/>
                <a:gd name="T55" fmla="*/ 5 h 902"/>
                <a:gd name="T56" fmla="*/ 5 w 301"/>
                <a:gd name="T57" fmla="*/ 13 h 902"/>
                <a:gd name="T58" fmla="*/ 0 w 301"/>
                <a:gd name="T59" fmla="*/ 24 h 902"/>
                <a:gd name="T60" fmla="*/ 0 w 301"/>
                <a:gd name="T61" fmla="*/ 226 h 902"/>
                <a:gd name="T62" fmla="*/ 2 w 301"/>
                <a:gd name="T63" fmla="*/ 253 h 902"/>
                <a:gd name="T64" fmla="*/ 8 w 301"/>
                <a:gd name="T65" fmla="*/ 278 h 902"/>
                <a:gd name="T66" fmla="*/ 19 w 301"/>
                <a:gd name="T67" fmla="*/ 301 h 902"/>
                <a:gd name="T68" fmla="*/ 34 w 301"/>
                <a:gd name="T69" fmla="*/ 322 h 902"/>
                <a:gd name="T70" fmla="*/ 52 w 301"/>
                <a:gd name="T71" fmla="*/ 340 h 902"/>
                <a:gd name="T72" fmla="*/ 73 w 301"/>
                <a:gd name="T73" fmla="*/ 355 h 902"/>
                <a:gd name="T74" fmla="*/ 94 w 301"/>
                <a:gd name="T75" fmla="*/ 366 h 902"/>
                <a:gd name="T76" fmla="*/ 120 w 301"/>
                <a:gd name="T77" fmla="*/ 373 h 902"/>
                <a:gd name="T78" fmla="*/ 120 w 301"/>
                <a:gd name="T79" fmla="*/ 879 h 902"/>
                <a:gd name="T80" fmla="*/ 125 w 301"/>
                <a:gd name="T81" fmla="*/ 889 h 902"/>
                <a:gd name="T82" fmla="*/ 133 w 301"/>
                <a:gd name="T83" fmla="*/ 897 h 902"/>
                <a:gd name="T84" fmla="*/ 144 w 301"/>
                <a:gd name="T85" fmla="*/ 902 h 902"/>
                <a:gd name="T86" fmla="*/ 156 w 301"/>
                <a:gd name="T87" fmla="*/ 902 h 902"/>
                <a:gd name="T88" fmla="*/ 166 w 301"/>
                <a:gd name="T89" fmla="*/ 897 h 902"/>
                <a:gd name="T90" fmla="*/ 175 w 301"/>
                <a:gd name="T91" fmla="*/ 889 h 902"/>
                <a:gd name="T92" fmla="*/ 179 w 301"/>
                <a:gd name="T93" fmla="*/ 879 h 902"/>
                <a:gd name="T94" fmla="*/ 179 w 301"/>
                <a:gd name="T95" fmla="*/ 373 h 902"/>
                <a:gd name="T96" fmla="*/ 205 w 301"/>
                <a:gd name="T97" fmla="*/ 366 h 902"/>
                <a:gd name="T98" fmla="*/ 228 w 301"/>
                <a:gd name="T99" fmla="*/ 355 h 902"/>
                <a:gd name="T100" fmla="*/ 249 w 301"/>
                <a:gd name="T101" fmla="*/ 340 h 902"/>
                <a:gd name="T102" fmla="*/ 266 w 301"/>
                <a:gd name="T103" fmla="*/ 322 h 902"/>
                <a:gd name="T104" fmla="*/ 280 w 301"/>
                <a:gd name="T105" fmla="*/ 301 h 902"/>
                <a:gd name="T106" fmla="*/ 291 w 301"/>
                <a:gd name="T107" fmla="*/ 278 h 902"/>
                <a:gd name="T108" fmla="*/ 298 w 301"/>
                <a:gd name="T109" fmla="*/ 253 h 902"/>
                <a:gd name="T110" fmla="*/ 301 w 301"/>
                <a:gd name="T111" fmla="*/ 226 h 902"/>
                <a:gd name="T112" fmla="*/ 300 w 301"/>
                <a:gd name="T113" fmla="*/ 24 h 902"/>
                <a:gd name="T114" fmla="*/ 295 w 301"/>
                <a:gd name="T115" fmla="*/ 13 h 902"/>
                <a:gd name="T116" fmla="*/ 287 w 301"/>
                <a:gd name="T117" fmla="*/ 5 h 902"/>
                <a:gd name="T118" fmla="*/ 276 w 301"/>
                <a:gd name="T119" fmla="*/ 1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1" h="902">
                  <a:moveTo>
                    <a:pt x="270" y="0"/>
                  </a:moveTo>
                  <a:lnTo>
                    <a:pt x="264" y="1"/>
                  </a:lnTo>
                  <a:lnTo>
                    <a:pt x="258" y="3"/>
                  </a:lnTo>
                  <a:lnTo>
                    <a:pt x="253" y="5"/>
                  </a:lnTo>
                  <a:lnTo>
                    <a:pt x="249" y="9"/>
                  </a:lnTo>
                  <a:lnTo>
                    <a:pt x="245" y="13"/>
                  </a:lnTo>
                  <a:lnTo>
                    <a:pt x="243" y="18"/>
                  </a:lnTo>
                  <a:lnTo>
                    <a:pt x="240" y="24"/>
                  </a:lnTo>
                  <a:lnTo>
                    <a:pt x="240" y="30"/>
                  </a:lnTo>
                  <a:lnTo>
                    <a:pt x="240" y="226"/>
                  </a:lnTo>
                  <a:lnTo>
                    <a:pt x="239" y="240"/>
                  </a:lnTo>
                  <a:lnTo>
                    <a:pt x="235" y="254"/>
                  </a:lnTo>
                  <a:lnTo>
                    <a:pt x="230" y="267"/>
                  </a:lnTo>
                  <a:lnTo>
                    <a:pt x="223" y="279"/>
                  </a:lnTo>
                  <a:lnTo>
                    <a:pt x="215" y="289"/>
                  </a:lnTo>
                  <a:lnTo>
                    <a:pt x="204" y="299"/>
                  </a:lnTo>
                  <a:lnTo>
                    <a:pt x="193" y="306"/>
                  </a:lnTo>
                  <a:lnTo>
                    <a:pt x="179" y="312"/>
                  </a:lnTo>
                  <a:lnTo>
                    <a:pt x="179" y="30"/>
                  </a:lnTo>
                  <a:lnTo>
                    <a:pt x="179" y="24"/>
                  </a:lnTo>
                  <a:lnTo>
                    <a:pt x="177" y="18"/>
                  </a:lnTo>
                  <a:lnTo>
                    <a:pt x="175" y="13"/>
                  </a:lnTo>
                  <a:lnTo>
                    <a:pt x="171" y="9"/>
                  </a:lnTo>
                  <a:lnTo>
                    <a:pt x="166" y="5"/>
                  </a:lnTo>
                  <a:lnTo>
                    <a:pt x="161" y="3"/>
                  </a:lnTo>
                  <a:lnTo>
                    <a:pt x="156" y="1"/>
                  </a:lnTo>
                  <a:lnTo>
                    <a:pt x="150" y="0"/>
                  </a:lnTo>
                  <a:lnTo>
                    <a:pt x="144" y="1"/>
                  </a:lnTo>
                  <a:lnTo>
                    <a:pt x="138" y="3"/>
                  </a:lnTo>
                  <a:lnTo>
                    <a:pt x="133" y="5"/>
                  </a:lnTo>
                  <a:lnTo>
                    <a:pt x="128" y="9"/>
                  </a:lnTo>
                  <a:lnTo>
                    <a:pt x="125" y="13"/>
                  </a:lnTo>
                  <a:lnTo>
                    <a:pt x="122" y="18"/>
                  </a:lnTo>
                  <a:lnTo>
                    <a:pt x="120" y="24"/>
                  </a:lnTo>
                  <a:lnTo>
                    <a:pt x="120" y="30"/>
                  </a:lnTo>
                  <a:lnTo>
                    <a:pt x="120" y="312"/>
                  </a:lnTo>
                  <a:lnTo>
                    <a:pt x="107" y="306"/>
                  </a:lnTo>
                  <a:lnTo>
                    <a:pt x="96" y="299"/>
                  </a:lnTo>
                  <a:lnTo>
                    <a:pt x="86" y="289"/>
                  </a:lnTo>
                  <a:lnTo>
                    <a:pt x="76" y="279"/>
                  </a:lnTo>
                  <a:lnTo>
                    <a:pt x="69" y="267"/>
                  </a:lnTo>
                  <a:lnTo>
                    <a:pt x="64" y="254"/>
                  </a:lnTo>
                  <a:lnTo>
                    <a:pt x="60" y="240"/>
                  </a:lnTo>
                  <a:lnTo>
                    <a:pt x="59" y="226"/>
                  </a:lnTo>
                  <a:lnTo>
                    <a:pt x="59" y="30"/>
                  </a:lnTo>
                  <a:lnTo>
                    <a:pt x="59" y="24"/>
                  </a:lnTo>
                  <a:lnTo>
                    <a:pt x="57" y="18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6" y="5"/>
                  </a:lnTo>
                  <a:lnTo>
                    <a:pt x="41" y="3"/>
                  </a:lnTo>
                  <a:lnTo>
                    <a:pt x="36" y="1"/>
                  </a:lnTo>
                  <a:lnTo>
                    <a:pt x="30" y="0"/>
                  </a:lnTo>
                  <a:lnTo>
                    <a:pt x="24" y="1"/>
                  </a:lnTo>
                  <a:lnTo>
                    <a:pt x="18" y="3"/>
                  </a:lnTo>
                  <a:lnTo>
                    <a:pt x="13" y="5"/>
                  </a:lnTo>
                  <a:lnTo>
                    <a:pt x="8" y="9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226"/>
                  </a:lnTo>
                  <a:lnTo>
                    <a:pt x="0" y="239"/>
                  </a:lnTo>
                  <a:lnTo>
                    <a:pt x="2" y="253"/>
                  </a:lnTo>
                  <a:lnTo>
                    <a:pt x="5" y="266"/>
                  </a:lnTo>
                  <a:lnTo>
                    <a:pt x="8" y="278"/>
                  </a:lnTo>
                  <a:lnTo>
                    <a:pt x="13" y="290"/>
                  </a:lnTo>
                  <a:lnTo>
                    <a:pt x="19" y="301"/>
                  </a:lnTo>
                  <a:lnTo>
                    <a:pt x="26" y="312"/>
                  </a:lnTo>
                  <a:lnTo>
                    <a:pt x="34" y="322"/>
                  </a:lnTo>
                  <a:lnTo>
                    <a:pt x="42" y="332"/>
                  </a:lnTo>
                  <a:lnTo>
                    <a:pt x="52" y="340"/>
                  </a:lnTo>
                  <a:lnTo>
                    <a:pt x="62" y="349"/>
                  </a:lnTo>
                  <a:lnTo>
                    <a:pt x="73" y="355"/>
                  </a:lnTo>
                  <a:lnTo>
                    <a:pt x="83" y="361"/>
                  </a:lnTo>
                  <a:lnTo>
                    <a:pt x="94" y="366"/>
                  </a:lnTo>
                  <a:lnTo>
                    <a:pt x="107" y="370"/>
                  </a:lnTo>
                  <a:lnTo>
                    <a:pt x="120" y="373"/>
                  </a:lnTo>
                  <a:lnTo>
                    <a:pt x="120" y="873"/>
                  </a:lnTo>
                  <a:lnTo>
                    <a:pt x="120" y="879"/>
                  </a:lnTo>
                  <a:lnTo>
                    <a:pt x="122" y="884"/>
                  </a:lnTo>
                  <a:lnTo>
                    <a:pt x="125" y="889"/>
                  </a:lnTo>
                  <a:lnTo>
                    <a:pt x="128" y="894"/>
                  </a:lnTo>
                  <a:lnTo>
                    <a:pt x="133" y="897"/>
                  </a:lnTo>
                  <a:lnTo>
                    <a:pt x="138" y="900"/>
                  </a:lnTo>
                  <a:lnTo>
                    <a:pt x="144" y="902"/>
                  </a:lnTo>
                  <a:lnTo>
                    <a:pt x="150" y="902"/>
                  </a:lnTo>
                  <a:lnTo>
                    <a:pt x="156" y="902"/>
                  </a:lnTo>
                  <a:lnTo>
                    <a:pt x="161" y="900"/>
                  </a:lnTo>
                  <a:lnTo>
                    <a:pt x="166" y="897"/>
                  </a:lnTo>
                  <a:lnTo>
                    <a:pt x="171" y="894"/>
                  </a:lnTo>
                  <a:lnTo>
                    <a:pt x="175" y="889"/>
                  </a:lnTo>
                  <a:lnTo>
                    <a:pt x="177" y="884"/>
                  </a:lnTo>
                  <a:lnTo>
                    <a:pt x="179" y="879"/>
                  </a:lnTo>
                  <a:lnTo>
                    <a:pt x="179" y="873"/>
                  </a:lnTo>
                  <a:lnTo>
                    <a:pt x="179" y="373"/>
                  </a:lnTo>
                  <a:lnTo>
                    <a:pt x="193" y="370"/>
                  </a:lnTo>
                  <a:lnTo>
                    <a:pt x="205" y="366"/>
                  </a:lnTo>
                  <a:lnTo>
                    <a:pt x="217" y="361"/>
                  </a:lnTo>
                  <a:lnTo>
                    <a:pt x="228" y="355"/>
                  </a:lnTo>
                  <a:lnTo>
                    <a:pt x="238" y="349"/>
                  </a:lnTo>
                  <a:lnTo>
                    <a:pt x="249" y="340"/>
                  </a:lnTo>
                  <a:lnTo>
                    <a:pt x="257" y="332"/>
                  </a:lnTo>
                  <a:lnTo>
                    <a:pt x="266" y="322"/>
                  </a:lnTo>
                  <a:lnTo>
                    <a:pt x="273" y="312"/>
                  </a:lnTo>
                  <a:lnTo>
                    <a:pt x="280" y="301"/>
                  </a:lnTo>
                  <a:lnTo>
                    <a:pt x="286" y="290"/>
                  </a:lnTo>
                  <a:lnTo>
                    <a:pt x="291" y="278"/>
                  </a:lnTo>
                  <a:lnTo>
                    <a:pt x="295" y="266"/>
                  </a:lnTo>
                  <a:lnTo>
                    <a:pt x="298" y="253"/>
                  </a:lnTo>
                  <a:lnTo>
                    <a:pt x="300" y="239"/>
                  </a:lnTo>
                  <a:lnTo>
                    <a:pt x="301" y="226"/>
                  </a:lnTo>
                  <a:lnTo>
                    <a:pt x="301" y="30"/>
                  </a:lnTo>
                  <a:lnTo>
                    <a:pt x="300" y="24"/>
                  </a:lnTo>
                  <a:lnTo>
                    <a:pt x="298" y="18"/>
                  </a:lnTo>
                  <a:lnTo>
                    <a:pt x="295" y="13"/>
                  </a:lnTo>
                  <a:lnTo>
                    <a:pt x="291" y="9"/>
                  </a:lnTo>
                  <a:lnTo>
                    <a:pt x="287" y="5"/>
                  </a:lnTo>
                  <a:lnTo>
                    <a:pt x="281" y="3"/>
                  </a:lnTo>
                  <a:lnTo>
                    <a:pt x="276" y="1"/>
                  </a:lnTo>
                  <a:lnTo>
                    <a:pt x="2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332">
              <a:extLst>
                <a:ext uri="{FF2B5EF4-FFF2-40B4-BE49-F238E27FC236}">
                  <a16:creationId xmlns:a16="http://schemas.microsoft.com/office/drawing/2014/main" id="{7E815B28-CFFC-4672-8307-BB0E24859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5" y="3644900"/>
              <a:ext cx="87313" cy="287338"/>
            </a:xfrm>
            <a:custGeom>
              <a:avLst/>
              <a:gdLst>
                <a:gd name="T0" fmla="*/ 122 w 271"/>
                <a:gd name="T1" fmla="*/ 1 h 902"/>
                <a:gd name="T2" fmla="*/ 96 w 271"/>
                <a:gd name="T3" fmla="*/ 6 h 902"/>
                <a:gd name="T4" fmla="*/ 71 w 271"/>
                <a:gd name="T5" fmla="*/ 17 h 902"/>
                <a:gd name="T6" fmla="*/ 50 w 271"/>
                <a:gd name="T7" fmla="*/ 32 h 902"/>
                <a:gd name="T8" fmla="*/ 31 w 271"/>
                <a:gd name="T9" fmla="*/ 50 h 902"/>
                <a:gd name="T10" fmla="*/ 17 w 271"/>
                <a:gd name="T11" fmla="*/ 72 h 902"/>
                <a:gd name="T12" fmla="*/ 6 w 271"/>
                <a:gd name="T13" fmla="*/ 96 h 902"/>
                <a:gd name="T14" fmla="*/ 1 w 271"/>
                <a:gd name="T15" fmla="*/ 121 h 902"/>
                <a:gd name="T16" fmla="*/ 0 w 271"/>
                <a:gd name="T17" fmla="*/ 226 h 902"/>
                <a:gd name="T18" fmla="*/ 2 w 271"/>
                <a:gd name="T19" fmla="*/ 250 h 902"/>
                <a:gd name="T20" fmla="*/ 8 w 271"/>
                <a:gd name="T21" fmla="*/ 272 h 902"/>
                <a:gd name="T22" fmla="*/ 18 w 271"/>
                <a:gd name="T23" fmla="*/ 293 h 902"/>
                <a:gd name="T24" fmla="*/ 30 w 271"/>
                <a:gd name="T25" fmla="*/ 311 h 902"/>
                <a:gd name="T26" fmla="*/ 46 w 271"/>
                <a:gd name="T27" fmla="*/ 328 h 902"/>
                <a:gd name="T28" fmla="*/ 64 w 271"/>
                <a:gd name="T29" fmla="*/ 341 h 902"/>
                <a:gd name="T30" fmla="*/ 84 w 271"/>
                <a:gd name="T31" fmla="*/ 351 h 902"/>
                <a:gd name="T32" fmla="*/ 105 w 271"/>
                <a:gd name="T33" fmla="*/ 358 h 902"/>
                <a:gd name="T34" fmla="*/ 107 w 271"/>
                <a:gd name="T35" fmla="*/ 879 h 902"/>
                <a:gd name="T36" fmla="*/ 110 w 271"/>
                <a:gd name="T37" fmla="*/ 889 h 902"/>
                <a:gd name="T38" fmla="*/ 119 w 271"/>
                <a:gd name="T39" fmla="*/ 897 h 902"/>
                <a:gd name="T40" fmla="*/ 130 w 271"/>
                <a:gd name="T41" fmla="*/ 902 h 902"/>
                <a:gd name="T42" fmla="*/ 142 w 271"/>
                <a:gd name="T43" fmla="*/ 902 h 902"/>
                <a:gd name="T44" fmla="*/ 153 w 271"/>
                <a:gd name="T45" fmla="*/ 897 h 902"/>
                <a:gd name="T46" fmla="*/ 160 w 271"/>
                <a:gd name="T47" fmla="*/ 889 h 902"/>
                <a:gd name="T48" fmla="*/ 165 w 271"/>
                <a:gd name="T49" fmla="*/ 879 h 902"/>
                <a:gd name="T50" fmla="*/ 166 w 271"/>
                <a:gd name="T51" fmla="*/ 358 h 902"/>
                <a:gd name="T52" fmla="*/ 188 w 271"/>
                <a:gd name="T53" fmla="*/ 351 h 902"/>
                <a:gd name="T54" fmla="*/ 207 w 271"/>
                <a:gd name="T55" fmla="*/ 341 h 902"/>
                <a:gd name="T56" fmla="*/ 226 w 271"/>
                <a:gd name="T57" fmla="*/ 328 h 902"/>
                <a:gd name="T58" fmla="*/ 241 w 271"/>
                <a:gd name="T59" fmla="*/ 311 h 902"/>
                <a:gd name="T60" fmla="*/ 254 w 271"/>
                <a:gd name="T61" fmla="*/ 293 h 902"/>
                <a:gd name="T62" fmla="*/ 263 w 271"/>
                <a:gd name="T63" fmla="*/ 272 h 902"/>
                <a:gd name="T64" fmla="*/ 269 w 271"/>
                <a:gd name="T65" fmla="*/ 250 h 902"/>
                <a:gd name="T66" fmla="*/ 271 w 271"/>
                <a:gd name="T67" fmla="*/ 226 h 902"/>
                <a:gd name="T68" fmla="*/ 271 w 271"/>
                <a:gd name="T69" fmla="*/ 121 h 902"/>
                <a:gd name="T70" fmla="*/ 265 w 271"/>
                <a:gd name="T71" fmla="*/ 96 h 902"/>
                <a:gd name="T72" fmla="*/ 255 w 271"/>
                <a:gd name="T73" fmla="*/ 72 h 902"/>
                <a:gd name="T74" fmla="*/ 240 w 271"/>
                <a:gd name="T75" fmla="*/ 50 h 902"/>
                <a:gd name="T76" fmla="*/ 222 w 271"/>
                <a:gd name="T77" fmla="*/ 32 h 902"/>
                <a:gd name="T78" fmla="*/ 200 w 271"/>
                <a:gd name="T79" fmla="*/ 17 h 902"/>
                <a:gd name="T80" fmla="*/ 176 w 271"/>
                <a:gd name="T81" fmla="*/ 6 h 902"/>
                <a:gd name="T82" fmla="*/ 149 w 271"/>
                <a:gd name="T83" fmla="*/ 1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71" h="902">
                  <a:moveTo>
                    <a:pt x="136" y="0"/>
                  </a:moveTo>
                  <a:lnTo>
                    <a:pt x="122" y="1"/>
                  </a:lnTo>
                  <a:lnTo>
                    <a:pt x="108" y="4"/>
                  </a:lnTo>
                  <a:lnTo>
                    <a:pt x="96" y="6"/>
                  </a:lnTo>
                  <a:lnTo>
                    <a:pt x="84" y="11"/>
                  </a:lnTo>
                  <a:lnTo>
                    <a:pt x="71" y="17"/>
                  </a:lnTo>
                  <a:lnTo>
                    <a:pt x="61" y="23"/>
                  </a:lnTo>
                  <a:lnTo>
                    <a:pt x="50" y="32"/>
                  </a:lnTo>
                  <a:lnTo>
                    <a:pt x="40" y="40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7" y="72"/>
                  </a:lnTo>
                  <a:lnTo>
                    <a:pt x="11" y="84"/>
                  </a:lnTo>
                  <a:lnTo>
                    <a:pt x="6" y="96"/>
                  </a:lnTo>
                  <a:lnTo>
                    <a:pt x="3" y="108"/>
                  </a:lnTo>
                  <a:lnTo>
                    <a:pt x="1" y="121"/>
                  </a:lnTo>
                  <a:lnTo>
                    <a:pt x="0" y="136"/>
                  </a:lnTo>
                  <a:lnTo>
                    <a:pt x="0" y="226"/>
                  </a:lnTo>
                  <a:lnTo>
                    <a:pt x="1" y="238"/>
                  </a:lnTo>
                  <a:lnTo>
                    <a:pt x="2" y="250"/>
                  </a:lnTo>
                  <a:lnTo>
                    <a:pt x="5" y="261"/>
                  </a:lnTo>
                  <a:lnTo>
                    <a:pt x="8" y="272"/>
                  </a:lnTo>
                  <a:lnTo>
                    <a:pt x="13" y="283"/>
                  </a:lnTo>
                  <a:lnTo>
                    <a:pt x="18" y="293"/>
                  </a:lnTo>
                  <a:lnTo>
                    <a:pt x="24" y="302"/>
                  </a:lnTo>
                  <a:lnTo>
                    <a:pt x="30" y="311"/>
                  </a:lnTo>
                  <a:lnTo>
                    <a:pt x="37" y="319"/>
                  </a:lnTo>
                  <a:lnTo>
                    <a:pt x="46" y="328"/>
                  </a:lnTo>
                  <a:lnTo>
                    <a:pt x="54" y="335"/>
                  </a:lnTo>
                  <a:lnTo>
                    <a:pt x="64" y="341"/>
                  </a:lnTo>
                  <a:lnTo>
                    <a:pt x="74" y="346"/>
                  </a:lnTo>
                  <a:lnTo>
                    <a:pt x="84" y="351"/>
                  </a:lnTo>
                  <a:lnTo>
                    <a:pt x="95" y="356"/>
                  </a:lnTo>
                  <a:lnTo>
                    <a:pt x="105" y="358"/>
                  </a:lnTo>
                  <a:lnTo>
                    <a:pt x="105" y="873"/>
                  </a:lnTo>
                  <a:lnTo>
                    <a:pt x="107" y="879"/>
                  </a:lnTo>
                  <a:lnTo>
                    <a:pt x="108" y="884"/>
                  </a:lnTo>
                  <a:lnTo>
                    <a:pt x="110" y="889"/>
                  </a:lnTo>
                  <a:lnTo>
                    <a:pt x="114" y="894"/>
                  </a:lnTo>
                  <a:lnTo>
                    <a:pt x="119" y="897"/>
                  </a:lnTo>
                  <a:lnTo>
                    <a:pt x="124" y="900"/>
                  </a:lnTo>
                  <a:lnTo>
                    <a:pt x="130" y="902"/>
                  </a:lnTo>
                  <a:lnTo>
                    <a:pt x="136" y="902"/>
                  </a:lnTo>
                  <a:lnTo>
                    <a:pt x="142" y="902"/>
                  </a:lnTo>
                  <a:lnTo>
                    <a:pt x="148" y="900"/>
                  </a:lnTo>
                  <a:lnTo>
                    <a:pt x="153" y="897"/>
                  </a:lnTo>
                  <a:lnTo>
                    <a:pt x="156" y="894"/>
                  </a:lnTo>
                  <a:lnTo>
                    <a:pt x="160" y="889"/>
                  </a:lnTo>
                  <a:lnTo>
                    <a:pt x="164" y="884"/>
                  </a:lnTo>
                  <a:lnTo>
                    <a:pt x="165" y="879"/>
                  </a:lnTo>
                  <a:lnTo>
                    <a:pt x="166" y="873"/>
                  </a:lnTo>
                  <a:lnTo>
                    <a:pt x="166" y="358"/>
                  </a:lnTo>
                  <a:lnTo>
                    <a:pt x="177" y="356"/>
                  </a:lnTo>
                  <a:lnTo>
                    <a:pt x="188" y="351"/>
                  </a:lnTo>
                  <a:lnTo>
                    <a:pt x="198" y="346"/>
                  </a:lnTo>
                  <a:lnTo>
                    <a:pt x="207" y="341"/>
                  </a:lnTo>
                  <a:lnTo>
                    <a:pt x="217" y="335"/>
                  </a:lnTo>
                  <a:lnTo>
                    <a:pt x="226" y="328"/>
                  </a:lnTo>
                  <a:lnTo>
                    <a:pt x="234" y="319"/>
                  </a:lnTo>
                  <a:lnTo>
                    <a:pt x="241" y="311"/>
                  </a:lnTo>
                  <a:lnTo>
                    <a:pt x="248" y="302"/>
                  </a:lnTo>
                  <a:lnTo>
                    <a:pt x="254" y="293"/>
                  </a:lnTo>
                  <a:lnTo>
                    <a:pt x="258" y="283"/>
                  </a:lnTo>
                  <a:lnTo>
                    <a:pt x="263" y="272"/>
                  </a:lnTo>
                  <a:lnTo>
                    <a:pt x="267" y="261"/>
                  </a:lnTo>
                  <a:lnTo>
                    <a:pt x="269" y="250"/>
                  </a:lnTo>
                  <a:lnTo>
                    <a:pt x="271" y="238"/>
                  </a:lnTo>
                  <a:lnTo>
                    <a:pt x="271" y="226"/>
                  </a:lnTo>
                  <a:lnTo>
                    <a:pt x="271" y="136"/>
                  </a:lnTo>
                  <a:lnTo>
                    <a:pt x="271" y="121"/>
                  </a:lnTo>
                  <a:lnTo>
                    <a:pt x="268" y="108"/>
                  </a:lnTo>
                  <a:lnTo>
                    <a:pt x="265" y="96"/>
                  </a:lnTo>
                  <a:lnTo>
                    <a:pt x="261" y="84"/>
                  </a:lnTo>
                  <a:lnTo>
                    <a:pt x="255" y="72"/>
                  </a:lnTo>
                  <a:lnTo>
                    <a:pt x="248" y="61"/>
                  </a:lnTo>
                  <a:lnTo>
                    <a:pt x="240" y="50"/>
                  </a:lnTo>
                  <a:lnTo>
                    <a:pt x="232" y="40"/>
                  </a:lnTo>
                  <a:lnTo>
                    <a:pt x="222" y="32"/>
                  </a:lnTo>
                  <a:lnTo>
                    <a:pt x="211" y="23"/>
                  </a:lnTo>
                  <a:lnTo>
                    <a:pt x="200" y="17"/>
                  </a:lnTo>
                  <a:lnTo>
                    <a:pt x="188" y="11"/>
                  </a:lnTo>
                  <a:lnTo>
                    <a:pt x="176" y="6"/>
                  </a:lnTo>
                  <a:lnTo>
                    <a:pt x="163" y="4"/>
                  </a:lnTo>
                  <a:lnTo>
                    <a:pt x="14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207CBC9-4BDA-4236-A88B-00F26F3D9B2A}"/>
              </a:ext>
            </a:extLst>
          </p:cNvPr>
          <p:cNvSpPr txBox="1"/>
          <p:nvPr/>
        </p:nvSpPr>
        <p:spPr>
          <a:xfrm>
            <a:off x="6312348" y="603211"/>
            <a:ext cx="5446270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6000" b="1" dirty="0">
                <a:solidFill>
                  <a:srgbClr val="20272D"/>
                </a:solidFill>
                <a:latin typeface="+mj-lt"/>
              </a:rPr>
              <a:t>PIZZA </a:t>
            </a:r>
          </a:p>
          <a:p>
            <a:pPr algn="r">
              <a:spcAft>
                <a:spcPts val="600"/>
              </a:spcAft>
            </a:pPr>
            <a:r>
              <a:rPr lang="en-US" sz="6000" b="1" dirty="0">
                <a:solidFill>
                  <a:srgbClr val="20272D"/>
                </a:solidFill>
                <a:latin typeface="+mj-lt"/>
              </a:rPr>
              <a:t>SALES </a:t>
            </a:r>
            <a:endParaRPr lang="en-US" sz="6000" dirty="0">
              <a:solidFill>
                <a:srgbClr val="20272D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E1AE8-03AA-A1BA-7281-617DE0A63D81}"/>
              </a:ext>
            </a:extLst>
          </p:cNvPr>
          <p:cNvSpPr txBox="1"/>
          <p:nvPr/>
        </p:nvSpPr>
        <p:spPr>
          <a:xfrm>
            <a:off x="0" y="632310"/>
            <a:ext cx="575603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QUERY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3 </a:t>
            </a:r>
            <a:r>
              <a:rPr lang="en-US" b="1" dirty="0">
                <a:solidFill>
                  <a:srgbClr val="20272D"/>
                </a:solidFill>
                <a:highlight>
                  <a:srgbClr val="00FFFF"/>
                </a:highlight>
                <a:latin typeface="+mj-lt"/>
              </a:rPr>
              <a:t>:IDENTIFY THE HIGHEST PRICED PIZZA</a:t>
            </a:r>
            <a:endParaRPr lang="en-US" sz="1800" dirty="0">
              <a:solidFill>
                <a:srgbClr val="20272D"/>
              </a:solidFill>
              <a:highlight>
                <a:srgbClr val="00FFFF"/>
              </a:highlight>
              <a:latin typeface="+mj-lt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rgbClr val="20272D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17C0C-CC03-2810-DB8C-286633BD1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42" y="2714557"/>
            <a:ext cx="5839640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1AA90-209B-2E6A-3C24-8A751E4D2F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678" y="5922344"/>
            <a:ext cx="3699722" cy="66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5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057C-7DAA-E804-7F0D-346B9C58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CBA8DCD-45AB-54DA-E422-1C5E4683D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437" y="-81192"/>
            <a:ext cx="8026400" cy="60198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894431-9B28-F0E8-3DA7-24D9D11B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399E-F240-455F-81E0-227F2090C0ED}" type="datetime1">
              <a:rPr lang="en-US" smtClean="0"/>
              <a:t>12/27/2024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154316-510D-CC62-7D71-9EF571FE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5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EF7C2-D612-9810-D27F-0C911C32CB3F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202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0C17BB4-98A7-B902-5875-7C2A171466C3}"/>
              </a:ext>
            </a:extLst>
          </p:cNvPr>
          <p:cNvGrpSpPr/>
          <p:nvPr/>
        </p:nvGrpSpPr>
        <p:grpSpPr>
          <a:xfrm>
            <a:off x="5516322" y="3866457"/>
            <a:ext cx="287338" cy="231775"/>
            <a:chOff x="882650" y="3127375"/>
            <a:chExt cx="287338" cy="231775"/>
          </a:xfrm>
          <a:solidFill>
            <a:schemeClr val="bg1"/>
          </a:solidFill>
          <a:effectLst/>
        </p:grpSpPr>
        <p:sp>
          <p:nvSpPr>
            <p:cNvPr id="41" name="Freeform 1215">
              <a:extLst>
                <a:ext uri="{FF2B5EF4-FFF2-40B4-BE49-F238E27FC236}">
                  <a16:creationId xmlns:a16="http://schemas.microsoft.com/office/drawing/2014/main" id="{1BF16EA3-3002-CCAA-DD2E-3AE13F30D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650" y="3225800"/>
              <a:ext cx="287338" cy="133350"/>
            </a:xfrm>
            <a:custGeom>
              <a:avLst/>
              <a:gdLst>
                <a:gd name="T0" fmla="*/ 766 w 902"/>
                <a:gd name="T1" fmla="*/ 0 h 421"/>
                <a:gd name="T2" fmla="*/ 15 w 902"/>
                <a:gd name="T3" fmla="*/ 0 h 421"/>
                <a:gd name="T4" fmla="*/ 7 w 902"/>
                <a:gd name="T5" fmla="*/ 2 h 421"/>
                <a:gd name="T6" fmla="*/ 3 w 902"/>
                <a:gd name="T7" fmla="*/ 7 h 421"/>
                <a:gd name="T8" fmla="*/ 0 w 902"/>
                <a:gd name="T9" fmla="*/ 14 h 421"/>
                <a:gd name="T10" fmla="*/ 1 w 902"/>
                <a:gd name="T11" fmla="*/ 22 h 421"/>
                <a:gd name="T12" fmla="*/ 120 w 902"/>
                <a:gd name="T13" fmla="*/ 331 h 421"/>
                <a:gd name="T14" fmla="*/ 122 w 902"/>
                <a:gd name="T15" fmla="*/ 349 h 421"/>
                <a:gd name="T16" fmla="*/ 126 w 902"/>
                <a:gd name="T17" fmla="*/ 366 h 421"/>
                <a:gd name="T18" fmla="*/ 135 w 902"/>
                <a:gd name="T19" fmla="*/ 382 h 421"/>
                <a:gd name="T20" fmla="*/ 146 w 902"/>
                <a:gd name="T21" fmla="*/ 396 h 421"/>
                <a:gd name="T22" fmla="*/ 159 w 902"/>
                <a:gd name="T23" fmla="*/ 406 h 421"/>
                <a:gd name="T24" fmla="*/ 175 w 902"/>
                <a:gd name="T25" fmla="*/ 414 h 421"/>
                <a:gd name="T26" fmla="*/ 192 w 902"/>
                <a:gd name="T27" fmla="*/ 420 h 421"/>
                <a:gd name="T28" fmla="*/ 210 w 902"/>
                <a:gd name="T29" fmla="*/ 421 h 421"/>
                <a:gd name="T30" fmla="*/ 701 w 902"/>
                <a:gd name="T31" fmla="*/ 421 h 421"/>
                <a:gd name="T32" fmla="*/ 719 w 902"/>
                <a:gd name="T33" fmla="*/ 417 h 421"/>
                <a:gd name="T34" fmla="*/ 735 w 902"/>
                <a:gd name="T35" fmla="*/ 410 h 421"/>
                <a:gd name="T36" fmla="*/ 749 w 902"/>
                <a:gd name="T37" fmla="*/ 400 h 421"/>
                <a:gd name="T38" fmla="*/ 761 w 902"/>
                <a:gd name="T39" fmla="*/ 388 h 421"/>
                <a:gd name="T40" fmla="*/ 771 w 902"/>
                <a:gd name="T41" fmla="*/ 375 h 421"/>
                <a:gd name="T42" fmla="*/ 777 w 902"/>
                <a:gd name="T43" fmla="*/ 358 h 421"/>
                <a:gd name="T44" fmla="*/ 781 w 902"/>
                <a:gd name="T45" fmla="*/ 341 h 421"/>
                <a:gd name="T46" fmla="*/ 782 w 902"/>
                <a:gd name="T47" fmla="*/ 30 h 421"/>
                <a:gd name="T48" fmla="*/ 825 w 902"/>
                <a:gd name="T49" fmla="*/ 31 h 421"/>
                <a:gd name="T50" fmla="*/ 845 w 902"/>
                <a:gd name="T51" fmla="*/ 40 h 421"/>
                <a:gd name="T52" fmla="*/ 862 w 902"/>
                <a:gd name="T53" fmla="*/ 57 h 421"/>
                <a:gd name="T54" fmla="*/ 871 w 902"/>
                <a:gd name="T55" fmla="*/ 79 h 421"/>
                <a:gd name="T56" fmla="*/ 872 w 902"/>
                <a:gd name="T57" fmla="*/ 346 h 421"/>
                <a:gd name="T58" fmla="*/ 877 w 902"/>
                <a:gd name="T59" fmla="*/ 357 h 421"/>
                <a:gd name="T60" fmla="*/ 886 w 902"/>
                <a:gd name="T61" fmla="*/ 362 h 421"/>
                <a:gd name="T62" fmla="*/ 897 w 902"/>
                <a:gd name="T63" fmla="*/ 357 h 421"/>
                <a:gd name="T64" fmla="*/ 902 w 902"/>
                <a:gd name="T65" fmla="*/ 346 h 421"/>
                <a:gd name="T66" fmla="*/ 901 w 902"/>
                <a:gd name="T67" fmla="*/ 81 h 421"/>
                <a:gd name="T68" fmla="*/ 897 w 902"/>
                <a:gd name="T69" fmla="*/ 64 h 421"/>
                <a:gd name="T70" fmla="*/ 891 w 902"/>
                <a:gd name="T71" fmla="*/ 47 h 421"/>
                <a:gd name="T72" fmla="*/ 882 w 902"/>
                <a:gd name="T73" fmla="*/ 33 h 421"/>
                <a:gd name="T74" fmla="*/ 869 w 902"/>
                <a:gd name="T75" fmla="*/ 20 h 421"/>
                <a:gd name="T76" fmla="*/ 855 w 902"/>
                <a:gd name="T77" fmla="*/ 11 h 421"/>
                <a:gd name="T78" fmla="*/ 839 w 902"/>
                <a:gd name="T79" fmla="*/ 5 h 421"/>
                <a:gd name="T80" fmla="*/ 821 w 902"/>
                <a:gd name="T81" fmla="*/ 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02" h="421">
                  <a:moveTo>
                    <a:pt x="811" y="0"/>
                  </a:moveTo>
                  <a:lnTo>
                    <a:pt x="766" y="0"/>
                  </a:lnTo>
                  <a:lnTo>
                    <a:pt x="436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7" y="2"/>
                  </a:lnTo>
                  <a:lnTo>
                    <a:pt x="5" y="5"/>
                  </a:lnTo>
                  <a:lnTo>
                    <a:pt x="3" y="7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1" y="22"/>
                  </a:lnTo>
                  <a:lnTo>
                    <a:pt x="120" y="289"/>
                  </a:lnTo>
                  <a:lnTo>
                    <a:pt x="120" y="331"/>
                  </a:lnTo>
                  <a:lnTo>
                    <a:pt x="120" y="340"/>
                  </a:lnTo>
                  <a:lnTo>
                    <a:pt x="122" y="349"/>
                  </a:lnTo>
                  <a:lnTo>
                    <a:pt x="124" y="358"/>
                  </a:lnTo>
                  <a:lnTo>
                    <a:pt x="126" y="366"/>
                  </a:lnTo>
                  <a:lnTo>
                    <a:pt x="130" y="375"/>
                  </a:lnTo>
                  <a:lnTo>
                    <a:pt x="135" y="382"/>
                  </a:lnTo>
                  <a:lnTo>
                    <a:pt x="140" y="388"/>
                  </a:lnTo>
                  <a:lnTo>
                    <a:pt x="146" y="396"/>
                  </a:lnTo>
                  <a:lnTo>
                    <a:pt x="152" y="400"/>
                  </a:lnTo>
                  <a:lnTo>
                    <a:pt x="159" y="406"/>
                  </a:lnTo>
                  <a:lnTo>
                    <a:pt x="166" y="410"/>
                  </a:lnTo>
                  <a:lnTo>
                    <a:pt x="175" y="414"/>
                  </a:lnTo>
                  <a:lnTo>
                    <a:pt x="183" y="417"/>
                  </a:lnTo>
                  <a:lnTo>
                    <a:pt x="192" y="420"/>
                  </a:lnTo>
                  <a:lnTo>
                    <a:pt x="200" y="421"/>
                  </a:lnTo>
                  <a:lnTo>
                    <a:pt x="210" y="421"/>
                  </a:lnTo>
                  <a:lnTo>
                    <a:pt x="691" y="421"/>
                  </a:lnTo>
                  <a:lnTo>
                    <a:pt x="701" y="421"/>
                  </a:lnTo>
                  <a:lnTo>
                    <a:pt x="709" y="420"/>
                  </a:lnTo>
                  <a:lnTo>
                    <a:pt x="719" y="417"/>
                  </a:lnTo>
                  <a:lnTo>
                    <a:pt x="727" y="414"/>
                  </a:lnTo>
                  <a:lnTo>
                    <a:pt x="735" y="410"/>
                  </a:lnTo>
                  <a:lnTo>
                    <a:pt x="742" y="406"/>
                  </a:lnTo>
                  <a:lnTo>
                    <a:pt x="749" y="400"/>
                  </a:lnTo>
                  <a:lnTo>
                    <a:pt x="755" y="396"/>
                  </a:lnTo>
                  <a:lnTo>
                    <a:pt x="761" y="388"/>
                  </a:lnTo>
                  <a:lnTo>
                    <a:pt x="766" y="382"/>
                  </a:lnTo>
                  <a:lnTo>
                    <a:pt x="771" y="375"/>
                  </a:lnTo>
                  <a:lnTo>
                    <a:pt x="775" y="366"/>
                  </a:lnTo>
                  <a:lnTo>
                    <a:pt x="777" y="358"/>
                  </a:lnTo>
                  <a:lnTo>
                    <a:pt x="780" y="349"/>
                  </a:lnTo>
                  <a:lnTo>
                    <a:pt x="781" y="341"/>
                  </a:lnTo>
                  <a:lnTo>
                    <a:pt x="782" y="331"/>
                  </a:lnTo>
                  <a:lnTo>
                    <a:pt x="782" y="30"/>
                  </a:lnTo>
                  <a:lnTo>
                    <a:pt x="811" y="30"/>
                  </a:lnTo>
                  <a:lnTo>
                    <a:pt x="825" y="31"/>
                  </a:lnTo>
                  <a:lnTo>
                    <a:pt x="835" y="35"/>
                  </a:lnTo>
                  <a:lnTo>
                    <a:pt x="845" y="40"/>
                  </a:lnTo>
                  <a:lnTo>
                    <a:pt x="855" y="48"/>
                  </a:lnTo>
                  <a:lnTo>
                    <a:pt x="862" y="57"/>
                  </a:lnTo>
                  <a:lnTo>
                    <a:pt x="867" y="67"/>
                  </a:lnTo>
                  <a:lnTo>
                    <a:pt x="871" y="79"/>
                  </a:lnTo>
                  <a:lnTo>
                    <a:pt x="872" y="91"/>
                  </a:lnTo>
                  <a:lnTo>
                    <a:pt x="872" y="346"/>
                  </a:lnTo>
                  <a:lnTo>
                    <a:pt x="873" y="352"/>
                  </a:lnTo>
                  <a:lnTo>
                    <a:pt x="877" y="357"/>
                  </a:lnTo>
                  <a:lnTo>
                    <a:pt x="882" y="360"/>
                  </a:lnTo>
                  <a:lnTo>
                    <a:pt x="886" y="362"/>
                  </a:lnTo>
                  <a:lnTo>
                    <a:pt x="892" y="360"/>
                  </a:lnTo>
                  <a:lnTo>
                    <a:pt x="897" y="357"/>
                  </a:lnTo>
                  <a:lnTo>
                    <a:pt x="901" y="352"/>
                  </a:lnTo>
                  <a:lnTo>
                    <a:pt x="902" y="346"/>
                  </a:lnTo>
                  <a:lnTo>
                    <a:pt x="902" y="91"/>
                  </a:lnTo>
                  <a:lnTo>
                    <a:pt x="901" y="81"/>
                  </a:lnTo>
                  <a:lnTo>
                    <a:pt x="900" y="73"/>
                  </a:lnTo>
                  <a:lnTo>
                    <a:pt x="897" y="64"/>
                  </a:lnTo>
                  <a:lnTo>
                    <a:pt x="895" y="56"/>
                  </a:lnTo>
                  <a:lnTo>
                    <a:pt x="891" y="47"/>
                  </a:lnTo>
                  <a:lnTo>
                    <a:pt x="886" y="40"/>
                  </a:lnTo>
                  <a:lnTo>
                    <a:pt x="882" y="33"/>
                  </a:lnTo>
                  <a:lnTo>
                    <a:pt x="876" y="26"/>
                  </a:lnTo>
                  <a:lnTo>
                    <a:pt x="869" y="20"/>
                  </a:lnTo>
                  <a:lnTo>
                    <a:pt x="862" y="16"/>
                  </a:lnTo>
                  <a:lnTo>
                    <a:pt x="855" y="11"/>
                  </a:lnTo>
                  <a:lnTo>
                    <a:pt x="848" y="7"/>
                  </a:lnTo>
                  <a:lnTo>
                    <a:pt x="839" y="5"/>
                  </a:lnTo>
                  <a:lnTo>
                    <a:pt x="831" y="2"/>
                  </a:lnTo>
                  <a:lnTo>
                    <a:pt x="821" y="1"/>
                  </a:lnTo>
                  <a:lnTo>
                    <a:pt x="81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216">
              <a:extLst>
                <a:ext uri="{FF2B5EF4-FFF2-40B4-BE49-F238E27FC236}">
                  <a16:creationId xmlns:a16="http://schemas.microsoft.com/office/drawing/2014/main" id="{0D179E70-CBAF-D1E5-2773-CCA7B8202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525" y="3127375"/>
              <a:ext cx="47625" cy="93663"/>
            </a:xfrm>
            <a:custGeom>
              <a:avLst/>
              <a:gdLst>
                <a:gd name="T0" fmla="*/ 136 w 150"/>
                <a:gd name="T1" fmla="*/ 296 h 296"/>
                <a:gd name="T2" fmla="*/ 142 w 150"/>
                <a:gd name="T3" fmla="*/ 295 h 296"/>
                <a:gd name="T4" fmla="*/ 146 w 150"/>
                <a:gd name="T5" fmla="*/ 291 h 296"/>
                <a:gd name="T6" fmla="*/ 149 w 150"/>
                <a:gd name="T7" fmla="*/ 288 h 296"/>
                <a:gd name="T8" fmla="*/ 150 w 150"/>
                <a:gd name="T9" fmla="*/ 280 h 296"/>
                <a:gd name="T10" fmla="*/ 150 w 150"/>
                <a:gd name="T11" fmla="*/ 280 h 296"/>
                <a:gd name="T12" fmla="*/ 150 w 150"/>
                <a:gd name="T13" fmla="*/ 278 h 296"/>
                <a:gd name="T14" fmla="*/ 149 w 150"/>
                <a:gd name="T15" fmla="*/ 254 h 296"/>
                <a:gd name="T16" fmla="*/ 145 w 150"/>
                <a:gd name="T17" fmla="*/ 229 h 296"/>
                <a:gd name="T18" fmla="*/ 140 w 150"/>
                <a:gd name="T19" fmla="*/ 205 h 296"/>
                <a:gd name="T20" fmla="*/ 134 w 150"/>
                <a:gd name="T21" fmla="*/ 182 h 296"/>
                <a:gd name="T22" fmla="*/ 126 w 150"/>
                <a:gd name="T23" fmla="*/ 159 h 296"/>
                <a:gd name="T24" fmla="*/ 116 w 150"/>
                <a:gd name="T25" fmla="*/ 137 h 296"/>
                <a:gd name="T26" fmla="*/ 106 w 150"/>
                <a:gd name="T27" fmla="*/ 117 h 296"/>
                <a:gd name="T28" fmla="*/ 95 w 150"/>
                <a:gd name="T29" fmla="*/ 97 h 296"/>
                <a:gd name="T30" fmla="*/ 83 w 150"/>
                <a:gd name="T31" fmla="*/ 79 h 296"/>
                <a:gd name="T32" fmla="*/ 71 w 150"/>
                <a:gd name="T33" fmla="*/ 62 h 296"/>
                <a:gd name="T34" fmla="*/ 59 w 150"/>
                <a:gd name="T35" fmla="*/ 47 h 296"/>
                <a:gd name="T36" fmla="*/ 47 w 150"/>
                <a:gd name="T37" fmla="*/ 34 h 296"/>
                <a:gd name="T38" fmla="*/ 34 w 150"/>
                <a:gd name="T39" fmla="*/ 22 h 296"/>
                <a:gd name="T40" fmla="*/ 21 w 150"/>
                <a:gd name="T41" fmla="*/ 12 h 296"/>
                <a:gd name="T42" fmla="*/ 10 w 150"/>
                <a:gd name="T43" fmla="*/ 5 h 296"/>
                <a:gd name="T44" fmla="*/ 0 w 150"/>
                <a:gd name="T45" fmla="*/ 0 h 296"/>
                <a:gd name="T46" fmla="*/ 0 w 150"/>
                <a:gd name="T47" fmla="*/ 296 h 296"/>
                <a:gd name="T48" fmla="*/ 136 w 150"/>
                <a:gd name="T49" fmla="*/ 296 h 296"/>
                <a:gd name="T50" fmla="*/ 136 w 150"/>
                <a:gd name="T51" fmla="*/ 296 h 296"/>
                <a:gd name="T52" fmla="*/ 136 w 150"/>
                <a:gd name="T53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296">
                  <a:moveTo>
                    <a:pt x="136" y="296"/>
                  </a:moveTo>
                  <a:lnTo>
                    <a:pt x="142" y="295"/>
                  </a:lnTo>
                  <a:lnTo>
                    <a:pt x="146" y="291"/>
                  </a:lnTo>
                  <a:lnTo>
                    <a:pt x="149" y="288"/>
                  </a:lnTo>
                  <a:lnTo>
                    <a:pt x="150" y="280"/>
                  </a:lnTo>
                  <a:lnTo>
                    <a:pt x="150" y="280"/>
                  </a:lnTo>
                  <a:lnTo>
                    <a:pt x="150" y="278"/>
                  </a:lnTo>
                  <a:lnTo>
                    <a:pt x="149" y="254"/>
                  </a:lnTo>
                  <a:lnTo>
                    <a:pt x="145" y="229"/>
                  </a:lnTo>
                  <a:lnTo>
                    <a:pt x="140" y="205"/>
                  </a:lnTo>
                  <a:lnTo>
                    <a:pt x="134" y="182"/>
                  </a:lnTo>
                  <a:lnTo>
                    <a:pt x="126" y="159"/>
                  </a:lnTo>
                  <a:lnTo>
                    <a:pt x="116" y="137"/>
                  </a:lnTo>
                  <a:lnTo>
                    <a:pt x="106" y="117"/>
                  </a:lnTo>
                  <a:lnTo>
                    <a:pt x="95" y="97"/>
                  </a:lnTo>
                  <a:lnTo>
                    <a:pt x="83" y="79"/>
                  </a:lnTo>
                  <a:lnTo>
                    <a:pt x="71" y="62"/>
                  </a:lnTo>
                  <a:lnTo>
                    <a:pt x="59" y="47"/>
                  </a:lnTo>
                  <a:lnTo>
                    <a:pt x="47" y="34"/>
                  </a:lnTo>
                  <a:lnTo>
                    <a:pt x="34" y="22"/>
                  </a:lnTo>
                  <a:lnTo>
                    <a:pt x="21" y="12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296"/>
                  </a:lnTo>
                  <a:lnTo>
                    <a:pt x="136" y="296"/>
                  </a:lnTo>
                  <a:lnTo>
                    <a:pt x="136" y="296"/>
                  </a:lnTo>
                  <a:lnTo>
                    <a:pt x="136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217">
              <a:extLst>
                <a:ext uri="{FF2B5EF4-FFF2-40B4-BE49-F238E27FC236}">
                  <a16:creationId xmlns:a16="http://schemas.microsoft.com/office/drawing/2014/main" id="{5C90CC51-B492-612C-A28A-D5C8978C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3127375"/>
              <a:ext cx="47625" cy="93663"/>
            </a:xfrm>
            <a:custGeom>
              <a:avLst/>
              <a:gdLst>
                <a:gd name="T0" fmla="*/ 15 w 150"/>
                <a:gd name="T1" fmla="*/ 296 h 296"/>
                <a:gd name="T2" fmla="*/ 150 w 150"/>
                <a:gd name="T3" fmla="*/ 296 h 296"/>
                <a:gd name="T4" fmla="*/ 150 w 150"/>
                <a:gd name="T5" fmla="*/ 0 h 296"/>
                <a:gd name="T6" fmla="*/ 139 w 150"/>
                <a:gd name="T7" fmla="*/ 5 h 296"/>
                <a:gd name="T8" fmla="*/ 128 w 150"/>
                <a:gd name="T9" fmla="*/ 12 h 296"/>
                <a:gd name="T10" fmla="*/ 116 w 150"/>
                <a:gd name="T11" fmla="*/ 22 h 296"/>
                <a:gd name="T12" fmla="*/ 104 w 150"/>
                <a:gd name="T13" fmla="*/ 34 h 296"/>
                <a:gd name="T14" fmla="*/ 91 w 150"/>
                <a:gd name="T15" fmla="*/ 47 h 296"/>
                <a:gd name="T16" fmla="*/ 79 w 150"/>
                <a:gd name="T17" fmla="*/ 63 h 296"/>
                <a:gd name="T18" fmla="*/ 66 w 150"/>
                <a:gd name="T19" fmla="*/ 80 h 296"/>
                <a:gd name="T20" fmla="*/ 54 w 150"/>
                <a:gd name="T21" fmla="*/ 98 h 296"/>
                <a:gd name="T22" fmla="*/ 43 w 150"/>
                <a:gd name="T23" fmla="*/ 118 h 296"/>
                <a:gd name="T24" fmla="*/ 34 w 150"/>
                <a:gd name="T25" fmla="*/ 138 h 296"/>
                <a:gd name="T26" fmla="*/ 24 w 150"/>
                <a:gd name="T27" fmla="*/ 160 h 296"/>
                <a:gd name="T28" fmla="*/ 15 w 150"/>
                <a:gd name="T29" fmla="*/ 183 h 296"/>
                <a:gd name="T30" fmla="*/ 9 w 150"/>
                <a:gd name="T31" fmla="*/ 208 h 296"/>
                <a:gd name="T32" fmla="*/ 5 w 150"/>
                <a:gd name="T33" fmla="*/ 232 h 296"/>
                <a:gd name="T34" fmla="*/ 1 w 150"/>
                <a:gd name="T35" fmla="*/ 256 h 296"/>
                <a:gd name="T36" fmla="*/ 0 w 150"/>
                <a:gd name="T37" fmla="*/ 280 h 296"/>
                <a:gd name="T38" fmla="*/ 1 w 150"/>
                <a:gd name="T39" fmla="*/ 288 h 296"/>
                <a:gd name="T40" fmla="*/ 5 w 150"/>
                <a:gd name="T41" fmla="*/ 291 h 296"/>
                <a:gd name="T42" fmla="*/ 9 w 150"/>
                <a:gd name="T43" fmla="*/ 295 h 296"/>
                <a:gd name="T44" fmla="*/ 15 w 150"/>
                <a:gd name="T45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0" h="296">
                  <a:moveTo>
                    <a:pt x="15" y="296"/>
                  </a:moveTo>
                  <a:lnTo>
                    <a:pt x="150" y="296"/>
                  </a:lnTo>
                  <a:lnTo>
                    <a:pt x="150" y="0"/>
                  </a:lnTo>
                  <a:lnTo>
                    <a:pt x="139" y="5"/>
                  </a:lnTo>
                  <a:lnTo>
                    <a:pt x="128" y="12"/>
                  </a:lnTo>
                  <a:lnTo>
                    <a:pt x="116" y="22"/>
                  </a:lnTo>
                  <a:lnTo>
                    <a:pt x="104" y="34"/>
                  </a:lnTo>
                  <a:lnTo>
                    <a:pt x="91" y="47"/>
                  </a:lnTo>
                  <a:lnTo>
                    <a:pt x="79" y="63"/>
                  </a:lnTo>
                  <a:lnTo>
                    <a:pt x="66" y="80"/>
                  </a:lnTo>
                  <a:lnTo>
                    <a:pt x="54" y="98"/>
                  </a:lnTo>
                  <a:lnTo>
                    <a:pt x="43" y="118"/>
                  </a:lnTo>
                  <a:lnTo>
                    <a:pt x="34" y="138"/>
                  </a:lnTo>
                  <a:lnTo>
                    <a:pt x="24" y="160"/>
                  </a:lnTo>
                  <a:lnTo>
                    <a:pt x="15" y="183"/>
                  </a:lnTo>
                  <a:lnTo>
                    <a:pt x="9" y="208"/>
                  </a:lnTo>
                  <a:lnTo>
                    <a:pt x="5" y="232"/>
                  </a:lnTo>
                  <a:lnTo>
                    <a:pt x="1" y="256"/>
                  </a:lnTo>
                  <a:lnTo>
                    <a:pt x="0" y="280"/>
                  </a:lnTo>
                  <a:lnTo>
                    <a:pt x="1" y="288"/>
                  </a:lnTo>
                  <a:lnTo>
                    <a:pt x="5" y="291"/>
                  </a:lnTo>
                  <a:lnTo>
                    <a:pt x="9" y="295"/>
                  </a:lnTo>
                  <a:lnTo>
                    <a:pt x="15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Freeform 1251">
            <a:extLst>
              <a:ext uri="{FF2B5EF4-FFF2-40B4-BE49-F238E27FC236}">
                <a16:creationId xmlns:a16="http://schemas.microsoft.com/office/drawing/2014/main" id="{C507A91B-F2B9-5D6F-DFBE-5E8FDF4C9A35}"/>
              </a:ext>
            </a:extLst>
          </p:cNvPr>
          <p:cNvSpPr>
            <a:spLocks noEditPoints="1"/>
          </p:cNvSpPr>
          <p:nvPr/>
        </p:nvSpPr>
        <p:spPr bwMode="auto">
          <a:xfrm>
            <a:off x="4849246" y="874886"/>
            <a:ext cx="287338" cy="238125"/>
          </a:xfrm>
          <a:custGeom>
            <a:avLst/>
            <a:gdLst>
              <a:gd name="T0" fmla="*/ 674 w 902"/>
              <a:gd name="T1" fmla="*/ 198 h 751"/>
              <a:gd name="T2" fmla="*/ 709 w 902"/>
              <a:gd name="T3" fmla="*/ 210 h 751"/>
              <a:gd name="T4" fmla="*/ 739 w 902"/>
              <a:gd name="T5" fmla="*/ 232 h 751"/>
              <a:gd name="T6" fmla="*/ 762 w 902"/>
              <a:gd name="T7" fmla="*/ 260 h 751"/>
              <a:gd name="T8" fmla="*/ 777 w 902"/>
              <a:gd name="T9" fmla="*/ 293 h 751"/>
              <a:gd name="T10" fmla="*/ 782 w 902"/>
              <a:gd name="T11" fmla="*/ 330 h 751"/>
              <a:gd name="T12" fmla="*/ 777 w 902"/>
              <a:gd name="T13" fmla="*/ 368 h 751"/>
              <a:gd name="T14" fmla="*/ 762 w 902"/>
              <a:gd name="T15" fmla="*/ 402 h 751"/>
              <a:gd name="T16" fmla="*/ 739 w 902"/>
              <a:gd name="T17" fmla="*/ 430 h 751"/>
              <a:gd name="T18" fmla="*/ 709 w 902"/>
              <a:gd name="T19" fmla="*/ 450 h 751"/>
              <a:gd name="T20" fmla="*/ 674 w 902"/>
              <a:gd name="T21" fmla="*/ 462 h 751"/>
              <a:gd name="T22" fmla="*/ 149 w 902"/>
              <a:gd name="T23" fmla="*/ 562 h 751"/>
              <a:gd name="T24" fmla="*/ 136 w 902"/>
              <a:gd name="T25" fmla="*/ 571 h 751"/>
              <a:gd name="T26" fmla="*/ 121 w 902"/>
              <a:gd name="T27" fmla="*/ 562 h 751"/>
              <a:gd name="T28" fmla="*/ 121 w 902"/>
              <a:gd name="T29" fmla="*/ 129 h 751"/>
              <a:gd name="T30" fmla="*/ 136 w 902"/>
              <a:gd name="T31" fmla="*/ 120 h 751"/>
              <a:gd name="T32" fmla="*/ 149 w 902"/>
              <a:gd name="T33" fmla="*/ 129 h 751"/>
              <a:gd name="T34" fmla="*/ 661 w 902"/>
              <a:gd name="T35" fmla="*/ 75 h 751"/>
              <a:gd name="T36" fmla="*/ 658 w 902"/>
              <a:gd name="T37" fmla="*/ 4 h 751"/>
              <a:gd name="T38" fmla="*/ 16 w 902"/>
              <a:gd name="T39" fmla="*/ 0 h 751"/>
              <a:gd name="T40" fmla="*/ 1 w 902"/>
              <a:gd name="T41" fmla="*/ 8 h 751"/>
              <a:gd name="T42" fmla="*/ 1 w 902"/>
              <a:gd name="T43" fmla="*/ 630 h 751"/>
              <a:gd name="T44" fmla="*/ 11 w 902"/>
              <a:gd name="T45" fmla="*/ 669 h 751"/>
              <a:gd name="T46" fmla="*/ 31 w 902"/>
              <a:gd name="T47" fmla="*/ 702 h 751"/>
              <a:gd name="T48" fmla="*/ 59 w 902"/>
              <a:gd name="T49" fmla="*/ 728 h 751"/>
              <a:gd name="T50" fmla="*/ 96 w 902"/>
              <a:gd name="T51" fmla="*/ 745 h 751"/>
              <a:gd name="T52" fmla="*/ 136 w 902"/>
              <a:gd name="T53" fmla="*/ 751 h 751"/>
              <a:gd name="T54" fmla="*/ 553 w 902"/>
              <a:gd name="T55" fmla="*/ 749 h 751"/>
              <a:gd name="T56" fmla="*/ 591 w 902"/>
              <a:gd name="T57" fmla="*/ 736 h 751"/>
              <a:gd name="T58" fmla="*/ 621 w 902"/>
              <a:gd name="T59" fmla="*/ 711 h 751"/>
              <a:gd name="T60" fmla="*/ 646 w 902"/>
              <a:gd name="T61" fmla="*/ 681 h 751"/>
              <a:gd name="T62" fmla="*/ 659 w 902"/>
              <a:gd name="T63" fmla="*/ 643 h 751"/>
              <a:gd name="T64" fmla="*/ 661 w 902"/>
              <a:gd name="T65" fmla="*/ 585 h 751"/>
              <a:gd name="T66" fmla="*/ 733 w 902"/>
              <a:gd name="T67" fmla="*/ 571 h 751"/>
              <a:gd name="T68" fmla="*/ 796 w 902"/>
              <a:gd name="T69" fmla="*/ 537 h 751"/>
              <a:gd name="T70" fmla="*/ 847 w 902"/>
              <a:gd name="T71" fmla="*/ 488 h 751"/>
              <a:gd name="T72" fmla="*/ 884 w 902"/>
              <a:gd name="T73" fmla="*/ 426 h 751"/>
              <a:gd name="T74" fmla="*/ 899 w 902"/>
              <a:gd name="T75" fmla="*/ 368 h 751"/>
              <a:gd name="T76" fmla="*/ 902 w 902"/>
              <a:gd name="T77" fmla="*/ 330 h 751"/>
              <a:gd name="T78" fmla="*/ 899 w 902"/>
              <a:gd name="T79" fmla="*/ 293 h 751"/>
              <a:gd name="T80" fmla="*/ 884 w 902"/>
              <a:gd name="T81" fmla="*/ 234 h 751"/>
              <a:gd name="T82" fmla="*/ 847 w 902"/>
              <a:gd name="T83" fmla="*/ 172 h 751"/>
              <a:gd name="T84" fmla="*/ 796 w 902"/>
              <a:gd name="T85" fmla="*/ 124 h 751"/>
              <a:gd name="T86" fmla="*/ 733 w 902"/>
              <a:gd name="T87" fmla="*/ 91 h 751"/>
              <a:gd name="T88" fmla="*/ 661 w 902"/>
              <a:gd name="T89" fmla="*/ 75 h 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02" h="751">
                <a:moveTo>
                  <a:pt x="661" y="465"/>
                </a:moveTo>
                <a:lnTo>
                  <a:pt x="661" y="197"/>
                </a:lnTo>
                <a:lnTo>
                  <a:pt x="674" y="198"/>
                </a:lnTo>
                <a:lnTo>
                  <a:pt x="686" y="201"/>
                </a:lnTo>
                <a:lnTo>
                  <a:pt x="698" y="205"/>
                </a:lnTo>
                <a:lnTo>
                  <a:pt x="709" y="210"/>
                </a:lnTo>
                <a:lnTo>
                  <a:pt x="720" y="216"/>
                </a:lnTo>
                <a:lnTo>
                  <a:pt x="729" y="223"/>
                </a:lnTo>
                <a:lnTo>
                  <a:pt x="739" y="232"/>
                </a:lnTo>
                <a:lnTo>
                  <a:pt x="748" y="240"/>
                </a:lnTo>
                <a:lnTo>
                  <a:pt x="755" y="249"/>
                </a:lnTo>
                <a:lnTo>
                  <a:pt x="762" y="260"/>
                </a:lnTo>
                <a:lnTo>
                  <a:pt x="767" y="269"/>
                </a:lnTo>
                <a:lnTo>
                  <a:pt x="773" y="282"/>
                </a:lnTo>
                <a:lnTo>
                  <a:pt x="777" y="293"/>
                </a:lnTo>
                <a:lnTo>
                  <a:pt x="779" y="305"/>
                </a:lnTo>
                <a:lnTo>
                  <a:pt x="782" y="318"/>
                </a:lnTo>
                <a:lnTo>
                  <a:pt x="782" y="330"/>
                </a:lnTo>
                <a:lnTo>
                  <a:pt x="782" y="344"/>
                </a:lnTo>
                <a:lnTo>
                  <a:pt x="779" y="356"/>
                </a:lnTo>
                <a:lnTo>
                  <a:pt x="777" y="368"/>
                </a:lnTo>
                <a:lnTo>
                  <a:pt x="773" y="380"/>
                </a:lnTo>
                <a:lnTo>
                  <a:pt x="767" y="391"/>
                </a:lnTo>
                <a:lnTo>
                  <a:pt x="762" y="402"/>
                </a:lnTo>
                <a:lnTo>
                  <a:pt x="755" y="412"/>
                </a:lnTo>
                <a:lnTo>
                  <a:pt x="748" y="421"/>
                </a:lnTo>
                <a:lnTo>
                  <a:pt x="739" y="430"/>
                </a:lnTo>
                <a:lnTo>
                  <a:pt x="729" y="437"/>
                </a:lnTo>
                <a:lnTo>
                  <a:pt x="720" y="444"/>
                </a:lnTo>
                <a:lnTo>
                  <a:pt x="709" y="450"/>
                </a:lnTo>
                <a:lnTo>
                  <a:pt x="698" y="455"/>
                </a:lnTo>
                <a:lnTo>
                  <a:pt x="686" y="460"/>
                </a:lnTo>
                <a:lnTo>
                  <a:pt x="674" y="462"/>
                </a:lnTo>
                <a:lnTo>
                  <a:pt x="661" y="465"/>
                </a:lnTo>
                <a:close/>
                <a:moveTo>
                  <a:pt x="150" y="556"/>
                </a:moveTo>
                <a:lnTo>
                  <a:pt x="149" y="562"/>
                </a:lnTo>
                <a:lnTo>
                  <a:pt x="145" y="567"/>
                </a:lnTo>
                <a:lnTo>
                  <a:pt x="141" y="571"/>
                </a:lnTo>
                <a:lnTo>
                  <a:pt x="136" y="571"/>
                </a:lnTo>
                <a:lnTo>
                  <a:pt x="130" y="571"/>
                </a:lnTo>
                <a:lnTo>
                  <a:pt x="125" y="567"/>
                </a:lnTo>
                <a:lnTo>
                  <a:pt x="121" y="562"/>
                </a:lnTo>
                <a:lnTo>
                  <a:pt x="120" y="556"/>
                </a:lnTo>
                <a:lnTo>
                  <a:pt x="120" y="135"/>
                </a:lnTo>
                <a:lnTo>
                  <a:pt x="121" y="129"/>
                </a:lnTo>
                <a:lnTo>
                  <a:pt x="125" y="125"/>
                </a:lnTo>
                <a:lnTo>
                  <a:pt x="130" y="121"/>
                </a:lnTo>
                <a:lnTo>
                  <a:pt x="136" y="120"/>
                </a:lnTo>
                <a:lnTo>
                  <a:pt x="141" y="121"/>
                </a:lnTo>
                <a:lnTo>
                  <a:pt x="145" y="125"/>
                </a:lnTo>
                <a:lnTo>
                  <a:pt x="149" y="129"/>
                </a:lnTo>
                <a:lnTo>
                  <a:pt x="150" y="135"/>
                </a:lnTo>
                <a:lnTo>
                  <a:pt x="150" y="556"/>
                </a:lnTo>
                <a:close/>
                <a:moveTo>
                  <a:pt x="661" y="75"/>
                </a:moveTo>
                <a:lnTo>
                  <a:pt x="661" y="15"/>
                </a:lnTo>
                <a:lnTo>
                  <a:pt x="660" y="8"/>
                </a:lnTo>
                <a:lnTo>
                  <a:pt x="658" y="4"/>
                </a:lnTo>
                <a:lnTo>
                  <a:pt x="653" y="1"/>
                </a:lnTo>
                <a:lnTo>
                  <a:pt x="647" y="0"/>
                </a:lnTo>
                <a:lnTo>
                  <a:pt x="16" y="0"/>
                </a:lnTo>
                <a:lnTo>
                  <a:pt x="9" y="1"/>
                </a:lnTo>
                <a:lnTo>
                  <a:pt x="5" y="4"/>
                </a:lnTo>
                <a:lnTo>
                  <a:pt x="1" y="8"/>
                </a:lnTo>
                <a:lnTo>
                  <a:pt x="0" y="15"/>
                </a:lnTo>
                <a:lnTo>
                  <a:pt x="0" y="617"/>
                </a:lnTo>
                <a:lnTo>
                  <a:pt x="1" y="630"/>
                </a:lnTo>
                <a:lnTo>
                  <a:pt x="2" y="643"/>
                </a:lnTo>
                <a:lnTo>
                  <a:pt x="6" y="657"/>
                </a:lnTo>
                <a:lnTo>
                  <a:pt x="11" y="669"/>
                </a:lnTo>
                <a:lnTo>
                  <a:pt x="17" y="681"/>
                </a:lnTo>
                <a:lnTo>
                  <a:pt x="23" y="692"/>
                </a:lnTo>
                <a:lnTo>
                  <a:pt x="31" y="702"/>
                </a:lnTo>
                <a:lnTo>
                  <a:pt x="40" y="711"/>
                </a:lnTo>
                <a:lnTo>
                  <a:pt x="50" y="721"/>
                </a:lnTo>
                <a:lnTo>
                  <a:pt x="59" y="728"/>
                </a:lnTo>
                <a:lnTo>
                  <a:pt x="71" y="736"/>
                </a:lnTo>
                <a:lnTo>
                  <a:pt x="82" y="741"/>
                </a:lnTo>
                <a:lnTo>
                  <a:pt x="96" y="745"/>
                </a:lnTo>
                <a:lnTo>
                  <a:pt x="108" y="749"/>
                </a:lnTo>
                <a:lnTo>
                  <a:pt x="121" y="751"/>
                </a:lnTo>
                <a:lnTo>
                  <a:pt x="136" y="751"/>
                </a:lnTo>
                <a:lnTo>
                  <a:pt x="527" y="751"/>
                </a:lnTo>
                <a:lnTo>
                  <a:pt x="540" y="751"/>
                </a:lnTo>
                <a:lnTo>
                  <a:pt x="553" y="749"/>
                </a:lnTo>
                <a:lnTo>
                  <a:pt x="567" y="745"/>
                </a:lnTo>
                <a:lnTo>
                  <a:pt x="579" y="741"/>
                </a:lnTo>
                <a:lnTo>
                  <a:pt x="591" y="736"/>
                </a:lnTo>
                <a:lnTo>
                  <a:pt x="602" y="728"/>
                </a:lnTo>
                <a:lnTo>
                  <a:pt x="613" y="721"/>
                </a:lnTo>
                <a:lnTo>
                  <a:pt x="621" y="711"/>
                </a:lnTo>
                <a:lnTo>
                  <a:pt x="631" y="702"/>
                </a:lnTo>
                <a:lnTo>
                  <a:pt x="638" y="692"/>
                </a:lnTo>
                <a:lnTo>
                  <a:pt x="646" y="681"/>
                </a:lnTo>
                <a:lnTo>
                  <a:pt x="651" y="669"/>
                </a:lnTo>
                <a:lnTo>
                  <a:pt x="655" y="657"/>
                </a:lnTo>
                <a:lnTo>
                  <a:pt x="659" y="643"/>
                </a:lnTo>
                <a:lnTo>
                  <a:pt x="661" y="630"/>
                </a:lnTo>
                <a:lnTo>
                  <a:pt x="661" y="617"/>
                </a:lnTo>
                <a:lnTo>
                  <a:pt x="661" y="585"/>
                </a:lnTo>
                <a:lnTo>
                  <a:pt x="687" y="583"/>
                </a:lnTo>
                <a:lnTo>
                  <a:pt x="710" y="578"/>
                </a:lnTo>
                <a:lnTo>
                  <a:pt x="733" y="571"/>
                </a:lnTo>
                <a:lnTo>
                  <a:pt x="756" y="561"/>
                </a:lnTo>
                <a:lnTo>
                  <a:pt x="777" y="550"/>
                </a:lnTo>
                <a:lnTo>
                  <a:pt x="796" y="537"/>
                </a:lnTo>
                <a:lnTo>
                  <a:pt x="816" y="522"/>
                </a:lnTo>
                <a:lnTo>
                  <a:pt x="833" y="506"/>
                </a:lnTo>
                <a:lnTo>
                  <a:pt x="847" y="488"/>
                </a:lnTo>
                <a:lnTo>
                  <a:pt x="862" y="469"/>
                </a:lnTo>
                <a:lnTo>
                  <a:pt x="874" y="448"/>
                </a:lnTo>
                <a:lnTo>
                  <a:pt x="884" y="426"/>
                </a:lnTo>
                <a:lnTo>
                  <a:pt x="891" y="404"/>
                </a:lnTo>
                <a:lnTo>
                  <a:pt x="897" y="380"/>
                </a:lnTo>
                <a:lnTo>
                  <a:pt x="899" y="368"/>
                </a:lnTo>
                <a:lnTo>
                  <a:pt x="901" y="356"/>
                </a:lnTo>
                <a:lnTo>
                  <a:pt x="902" y="344"/>
                </a:lnTo>
                <a:lnTo>
                  <a:pt x="902" y="330"/>
                </a:lnTo>
                <a:lnTo>
                  <a:pt x="902" y="318"/>
                </a:lnTo>
                <a:lnTo>
                  <a:pt x="901" y="306"/>
                </a:lnTo>
                <a:lnTo>
                  <a:pt x="899" y="293"/>
                </a:lnTo>
                <a:lnTo>
                  <a:pt x="897" y="280"/>
                </a:lnTo>
                <a:lnTo>
                  <a:pt x="892" y="257"/>
                </a:lnTo>
                <a:lnTo>
                  <a:pt x="884" y="234"/>
                </a:lnTo>
                <a:lnTo>
                  <a:pt x="874" y="212"/>
                </a:lnTo>
                <a:lnTo>
                  <a:pt x="862" y="192"/>
                </a:lnTo>
                <a:lnTo>
                  <a:pt x="847" y="172"/>
                </a:lnTo>
                <a:lnTo>
                  <a:pt x="833" y="155"/>
                </a:lnTo>
                <a:lnTo>
                  <a:pt x="816" y="138"/>
                </a:lnTo>
                <a:lnTo>
                  <a:pt x="796" y="124"/>
                </a:lnTo>
                <a:lnTo>
                  <a:pt x="777" y="110"/>
                </a:lnTo>
                <a:lnTo>
                  <a:pt x="756" y="99"/>
                </a:lnTo>
                <a:lnTo>
                  <a:pt x="733" y="91"/>
                </a:lnTo>
                <a:lnTo>
                  <a:pt x="710" y="84"/>
                </a:lnTo>
                <a:lnTo>
                  <a:pt x="687" y="79"/>
                </a:lnTo>
                <a:lnTo>
                  <a:pt x="661" y="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ED8E026-261B-054E-A33E-5A299D94FDB7}"/>
              </a:ext>
            </a:extLst>
          </p:cNvPr>
          <p:cNvGrpSpPr/>
          <p:nvPr/>
        </p:nvGrpSpPr>
        <p:grpSpPr>
          <a:xfrm>
            <a:off x="7409605" y="5137266"/>
            <a:ext cx="206375" cy="287338"/>
            <a:chOff x="366713" y="3644900"/>
            <a:chExt cx="206375" cy="287338"/>
          </a:xfrm>
          <a:solidFill>
            <a:schemeClr val="bg1"/>
          </a:solidFill>
          <a:effectLst/>
        </p:grpSpPr>
        <p:sp>
          <p:nvSpPr>
            <p:cNvPr id="51" name="Freeform 1331">
              <a:extLst>
                <a:ext uri="{FF2B5EF4-FFF2-40B4-BE49-F238E27FC236}">
                  <a16:creationId xmlns:a16="http://schemas.microsoft.com/office/drawing/2014/main" id="{4267553C-68DB-1DFB-CAE5-D454CE4FE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13" y="3644900"/>
              <a:ext cx="96838" cy="287338"/>
            </a:xfrm>
            <a:custGeom>
              <a:avLst/>
              <a:gdLst>
                <a:gd name="T0" fmla="*/ 264 w 301"/>
                <a:gd name="T1" fmla="*/ 1 h 902"/>
                <a:gd name="T2" fmla="*/ 253 w 301"/>
                <a:gd name="T3" fmla="*/ 5 h 902"/>
                <a:gd name="T4" fmla="*/ 245 w 301"/>
                <a:gd name="T5" fmla="*/ 13 h 902"/>
                <a:gd name="T6" fmla="*/ 240 w 301"/>
                <a:gd name="T7" fmla="*/ 24 h 902"/>
                <a:gd name="T8" fmla="*/ 240 w 301"/>
                <a:gd name="T9" fmla="*/ 226 h 902"/>
                <a:gd name="T10" fmla="*/ 235 w 301"/>
                <a:gd name="T11" fmla="*/ 254 h 902"/>
                <a:gd name="T12" fmla="*/ 223 w 301"/>
                <a:gd name="T13" fmla="*/ 279 h 902"/>
                <a:gd name="T14" fmla="*/ 204 w 301"/>
                <a:gd name="T15" fmla="*/ 299 h 902"/>
                <a:gd name="T16" fmla="*/ 179 w 301"/>
                <a:gd name="T17" fmla="*/ 312 h 902"/>
                <a:gd name="T18" fmla="*/ 179 w 301"/>
                <a:gd name="T19" fmla="*/ 24 h 902"/>
                <a:gd name="T20" fmla="*/ 175 w 301"/>
                <a:gd name="T21" fmla="*/ 13 h 902"/>
                <a:gd name="T22" fmla="*/ 166 w 301"/>
                <a:gd name="T23" fmla="*/ 5 h 902"/>
                <a:gd name="T24" fmla="*/ 156 w 301"/>
                <a:gd name="T25" fmla="*/ 1 h 902"/>
                <a:gd name="T26" fmla="*/ 144 w 301"/>
                <a:gd name="T27" fmla="*/ 1 h 902"/>
                <a:gd name="T28" fmla="*/ 133 w 301"/>
                <a:gd name="T29" fmla="*/ 5 h 902"/>
                <a:gd name="T30" fmla="*/ 125 w 301"/>
                <a:gd name="T31" fmla="*/ 13 h 902"/>
                <a:gd name="T32" fmla="*/ 120 w 301"/>
                <a:gd name="T33" fmla="*/ 24 h 902"/>
                <a:gd name="T34" fmla="*/ 120 w 301"/>
                <a:gd name="T35" fmla="*/ 312 h 902"/>
                <a:gd name="T36" fmla="*/ 96 w 301"/>
                <a:gd name="T37" fmla="*/ 299 h 902"/>
                <a:gd name="T38" fmla="*/ 76 w 301"/>
                <a:gd name="T39" fmla="*/ 279 h 902"/>
                <a:gd name="T40" fmla="*/ 64 w 301"/>
                <a:gd name="T41" fmla="*/ 254 h 902"/>
                <a:gd name="T42" fmla="*/ 59 w 301"/>
                <a:gd name="T43" fmla="*/ 226 h 902"/>
                <a:gd name="T44" fmla="*/ 59 w 301"/>
                <a:gd name="T45" fmla="*/ 24 h 902"/>
                <a:gd name="T46" fmla="*/ 54 w 301"/>
                <a:gd name="T47" fmla="*/ 13 h 902"/>
                <a:gd name="T48" fmla="*/ 46 w 301"/>
                <a:gd name="T49" fmla="*/ 5 h 902"/>
                <a:gd name="T50" fmla="*/ 36 w 301"/>
                <a:gd name="T51" fmla="*/ 1 h 902"/>
                <a:gd name="T52" fmla="*/ 24 w 301"/>
                <a:gd name="T53" fmla="*/ 1 h 902"/>
                <a:gd name="T54" fmla="*/ 13 w 301"/>
                <a:gd name="T55" fmla="*/ 5 h 902"/>
                <a:gd name="T56" fmla="*/ 5 w 301"/>
                <a:gd name="T57" fmla="*/ 13 h 902"/>
                <a:gd name="T58" fmla="*/ 0 w 301"/>
                <a:gd name="T59" fmla="*/ 24 h 902"/>
                <a:gd name="T60" fmla="*/ 0 w 301"/>
                <a:gd name="T61" fmla="*/ 226 h 902"/>
                <a:gd name="T62" fmla="*/ 2 w 301"/>
                <a:gd name="T63" fmla="*/ 253 h 902"/>
                <a:gd name="T64" fmla="*/ 8 w 301"/>
                <a:gd name="T65" fmla="*/ 278 h 902"/>
                <a:gd name="T66" fmla="*/ 19 w 301"/>
                <a:gd name="T67" fmla="*/ 301 h 902"/>
                <a:gd name="T68" fmla="*/ 34 w 301"/>
                <a:gd name="T69" fmla="*/ 322 h 902"/>
                <a:gd name="T70" fmla="*/ 52 w 301"/>
                <a:gd name="T71" fmla="*/ 340 h 902"/>
                <a:gd name="T72" fmla="*/ 73 w 301"/>
                <a:gd name="T73" fmla="*/ 355 h 902"/>
                <a:gd name="T74" fmla="*/ 94 w 301"/>
                <a:gd name="T75" fmla="*/ 366 h 902"/>
                <a:gd name="T76" fmla="*/ 120 w 301"/>
                <a:gd name="T77" fmla="*/ 373 h 902"/>
                <a:gd name="T78" fmla="*/ 120 w 301"/>
                <a:gd name="T79" fmla="*/ 879 h 902"/>
                <a:gd name="T80" fmla="*/ 125 w 301"/>
                <a:gd name="T81" fmla="*/ 889 h 902"/>
                <a:gd name="T82" fmla="*/ 133 w 301"/>
                <a:gd name="T83" fmla="*/ 897 h 902"/>
                <a:gd name="T84" fmla="*/ 144 w 301"/>
                <a:gd name="T85" fmla="*/ 902 h 902"/>
                <a:gd name="T86" fmla="*/ 156 w 301"/>
                <a:gd name="T87" fmla="*/ 902 h 902"/>
                <a:gd name="T88" fmla="*/ 166 w 301"/>
                <a:gd name="T89" fmla="*/ 897 h 902"/>
                <a:gd name="T90" fmla="*/ 175 w 301"/>
                <a:gd name="T91" fmla="*/ 889 h 902"/>
                <a:gd name="T92" fmla="*/ 179 w 301"/>
                <a:gd name="T93" fmla="*/ 879 h 902"/>
                <a:gd name="T94" fmla="*/ 179 w 301"/>
                <a:gd name="T95" fmla="*/ 373 h 902"/>
                <a:gd name="T96" fmla="*/ 205 w 301"/>
                <a:gd name="T97" fmla="*/ 366 h 902"/>
                <a:gd name="T98" fmla="*/ 228 w 301"/>
                <a:gd name="T99" fmla="*/ 355 h 902"/>
                <a:gd name="T100" fmla="*/ 249 w 301"/>
                <a:gd name="T101" fmla="*/ 340 h 902"/>
                <a:gd name="T102" fmla="*/ 266 w 301"/>
                <a:gd name="T103" fmla="*/ 322 h 902"/>
                <a:gd name="T104" fmla="*/ 280 w 301"/>
                <a:gd name="T105" fmla="*/ 301 h 902"/>
                <a:gd name="T106" fmla="*/ 291 w 301"/>
                <a:gd name="T107" fmla="*/ 278 h 902"/>
                <a:gd name="T108" fmla="*/ 298 w 301"/>
                <a:gd name="T109" fmla="*/ 253 h 902"/>
                <a:gd name="T110" fmla="*/ 301 w 301"/>
                <a:gd name="T111" fmla="*/ 226 h 902"/>
                <a:gd name="T112" fmla="*/ 300 w 301"/>
                <a:gd name="T113" fmla="*/ 24 h 902"/>
                <a:gd name="T114" fmla="*/ 295 w 301"/>
                <a:gd name="T115" fmla="*/ 13 h 902"/>
                <a:gd name="T116" fmla="*/ 287 w 301"/>
                <a:gd name="T117" fmla="*/ 5 h 902"/>
                <a:gd name="T118" fmla="*/ 276 w 301"/>
                <a:gd name="T119" fmla="*/ 1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01" h="902">
                  <a:moveTo>
                    <a:pt x="270" y="0"/>
                  </a:moveTo>
                  <a:lnTo>
                    <a:pt x="264" y="1"/>
                  </a:lnTo>
                  <a:lnTo>
                    <a:pt x="258" y="3"/>
                  </a:lnTo>
                  <a:lnTo>
                    <a:pt x="253" y="5"/>
                  </a:lnTo>
                  <a:lnTo>
                    <a:pt x="249" y="9"/>
                  </a:lnTo>
                  <a:lnTo>
                    <a:pt x="245" y="13"/>
                  </a:lnTo>
                  <a:lnTo>
                    <a:pt x="243" y="18"/>
                  </a:lnTo>
                  <a:lnTo>
                    <a:pt x="240" y="24"/>
                  </a:lnTo>
                  <a:lnTo>
                    <a:pt x="240" y="30"/>
                  </a:lnTo>
                  <a:lnTo>
                    <a:pt x="240" y="226"/>
                  </a:lnTo>
                  <a:lnTo>
                    <a:pt x="239" y="240"/>
                  </a:lnTo>
                  <a:lnTo>
                    <a:pt x="235" y="254"/>
                  </a:lnTo>
                  <a:lnTo>
                    <a:pt x="230" y="267"/>
                  </a:lnTo>
                  <a:lnTo>
                    <a:pt x="223" y="279"/>
                  </a:lnTo>
                  <a:lnTo>
                    <a:pt x="215" y="289"/>
                  </a:lnTo>
                  <a:lnTo>
                    <a:pt x="204" y="299"/>
                  </a:lnTo>
                  <a:lnTo>
                    <a:pt x="193" y="306"/>
                  </a:lnTo>
                  <a:lnTo>
                    <a:pt x="179" y="312"/>
                  </a:lnTo>
                  <a:lnTo>
                    <a:pt x="179" y="30"/>
                  </a:lnTo>
                  <a:lnTo>
                    <a:pt x="179" y="24"/>
                  </a:lnTo>
                  <a:lnTo>
                    <a:pt x="177" y="18"/>
                  </a:lnTo>
                  <a:lnTo>
                    <a:pt x="175" y="13"/>
                  </a:lnTo>
                  <a:lnTo>
                    <a:pt x="171" y="9"/>
                  </a:lnTo>
                  <a:lnTo>
                    <a:pt x="166" y="5"/>
                  </a:lnTo>
                  <a:lnTo>
                    <a:pt x="161" y="3"/>
                  </a:lnTo>
                  <a:lnTo>
                    <a:pt x="156" y="1"/>
                  </a:lnTo>
                  <a:lnTo>
                    <a:pt x="150" y="0"/>
                  </a:lnTo>
                  <a:lnTo>
                    <a:pt x="144" y="1"/>
                  </a:lnTo>
                  <a:lnTo>
                    <a:pt x="138" y="3"/>
                  </a:lnTo>
                  <a:lnTo>
                    <a:pt x="133" y="5"/>
                  </a:lnTo>
                  <a:lnTo>
                    <a:pt x="128" y="9"/>
                  </a:lnTo>
                  <a:lnTo>
                    <a:pt x="125" y="13"/>
                  </a:lnTo>
                  <a:lnTo>
                    <a:pt x="122" y="18"/>
                  </a:lnTo>
                  <a:lnTo>
                    <a:pt x="120" y="24"/>
                  </a:lnTo>
                  <a:lnTo>
                    <a:pt x="120" y="30"/>
                  </a:lnTo>
                  <a:lnTo>
                    <a:pt x="120" y="312"/>
                  </a:lnTo>
                  <a:lnTo>
                    <a:pt x="107" y="306"/>
                  </a:lnTo>
                  <a:lnTo>
                    <a:pt x="96" y="299"/>
                  </a:lnTo>
                  <a:lnTo>
                    <a:pt x="86" y="289"/>
                  </a:lnTo>
                  <a:lnTo>
                    <a:pt x="76" y="279"/>
                  </a:lnTo>
                  <a:lnTo>
                    <a:pt x="69" y="267"/>
                  </a:lnTo>
                  <a:lnTo>
                    <a:pt x="64" y="254"/>
                  </a:lnTo>
                  <a:lnTo>
                    <a:pt x="60" y="240"/>
                  </a:lnTo>
                  <a:lnTo>
                    <a:pt x="59" y="226"/>
                  </a:lnTo>
                  <a:lnTo>
                    <a:pt x="59" y="30"/>
                  </a:lnTo>
                  <a:lnTo>
                    <a:pt x="59" y="24"/>
                  </a:lnTo>
                  <a:lnTo>
                    <a:pt x="57" y="18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6" y="5"/>
                  </a:lnTo>
                  <a:lnTo>
                    <a:pt x="41" y="3"/>
                  </a:lnTo>
                  <a:lnTo>
                    <a:pt x="36" y="1"/>
                  </a:lnTo>
                  <a:lnTo>
                    <a:pt x="30" y="0"/>
                  </a:lnTo>
                  <a:lnTo>
                    <a:pt x="24" y="1"/>
                  </a:lnTo>
                  <a:lnTo>
                    <a:pt x="18" y="3"/>
                  </a:lnTo>
                  <a:lnTo>
                    <a:pt x="13" y="5"/>
                  </a:lnTo>
                  <a:lnTo>
                    <a:pt x="8" y="9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0" y="226"/>
                  </a:lnTo>
                  <a:lnTo>
                    <a:pt x="0" y="239"/>
                  </a:lnTo>
                  <a:lnTo>
                    <a:pt x="2" y="253"/>
                  </a:lnTo>
                  <a:lnTo>
                    <a:pt x="5" y="266"/>
                  </a:lnTo>
                  <a:lnTo>
                    <a:pt x="8" y="278"/>
                  </a:lnTo>
                  <a:lnTo>
                    <a:pt x="13" y="290"/>
                  </a:lnTo>
                  <a:lnTo>
                    <a:pt x="19" y="301"/>
                  </a:lnTo>
                  <a:lnTo>
                    <a:pt x="26" y="312"/>
                  </a:lnTo>
                  <a:lnTo>
                    <a:pt x="34" y="322"/>
                  </a:lnTo>
                  <a:lnTo>
                    <a:pt x="42" y="332"/>
                  </a:lnTo>
                  <a:lnTo>
                    <a:pt x="52" y="340"/>
                  </a:lnTo>
                  <a:lnTo>
                    <a:pt x="62" y="349"/>
                  </a:lnTo>
                  <a:lnTo>
                    <a:pt x="73" y="355"/>
                  </a:lnTo>
                  <a:lnTo>
                    <a:pt x="83" y="361"/>
                  </a:lnTo>
                  <a:lnTo>
                    <a:pt x="94" y="366"/>
                  </a:lnTo>
                  <a:lnTo>
                    <a:pt x="107" y="370"/>
                  </a:lnTo>
                  <a:lnTo>
                    <a:pt x="120" y="373"/>
                  </a:lnTo>
                  <a:lnTo>
                    <a:pt x="120" y="873"/>
                  </a:lnTo>
                  <a:lnTo>
                    <a:pt x="120" y="879"/>
                  </a:lnTo>
                  <a:lnTo>
                    <a:pt x="122" y="884"/>
                  </a:lnTo>
                  <a:lnTo>
                    <a:pt x="125" y="889"/>
                  </a:lnTo>
                  <a:lnTo>
                    <a:pt x="128" y="894"/>
                  </a:lnTo>
                  <a:lnTo>
                    <a:pt x="133" y="897"/>
                  </a:lnTo>
                  <a:lnTo>
                    <a:pt x="138" y="900"/>
                  </a:lnTo>
                  <a:lnTo>
                    <a:pt x="144" y="902"/>
                  </a:lnTo>
                  <a:lnTo>
                    <a:pt x="150" y="902"/>
                  </a:lnTo>
                  <a:lnTo>
                    <a:pt x="156" y="902"/>
                  </a:lnTo>
                  <a:lnTo>
                    <a:pt x="161" y="900"/>
                  </a:lnTo>
                  <a:lnTo>
                    <a:pt x="166" y="897"/>
                  </a:lnTo>
                  <a:lnTo>
                    <a:pt x="171" y="894"/>
                  </a:lnTo>
                  <a:lnTo>
                    <a:pt x="175" y="889"/>
                  </a:lnTo>
                  <a:lnTo>
                    <a:pt x="177" y="884"/>
                  </a:lnTo>
                  <a:lnTo>
                    <a:pt x="179" y="879"/>
                  </a:lnTo>
                  <a:lnTo>
                    <a:pt x="179" y="873"/>
                  </a:lnTo>
                  <a:lnTo>
                    <a:pt x="179" y="373"/>
                  </a:lnTo>
                  <a:lnTo>
                    <a:pt x="193" y="370"/>
                  </a:lnTo>
                  <a:lnTo>
                    <a:pt x="205" y="366"/>
                  </a:lnTo>
                  <a:lnTo>
                    <a:pt x="217" y="361"/>
                  </a:lnTo>
                  <a:lnTo>
                    <a:pt x="228" y="355"/>
                  </a:lnTo>
                  <a:lnTo>
                    <a:pt x="238" y="349"/>
                  </a:lnTo>
                  <a:lnTo>
                    <a:pt x="249" y="340"/>
                  </a:lnTo>
                  <a:lnTo>
                    <a:pt x="257" y="332"/>
                  </a:lnTo>
                  <a:lnTo>
                    <a:pt x="266" y="322"/>
                  </a:lnTo>
                  <a:lnTo>
                    <a:pt x="273" y="312"/>
                  </a:lnTo>
                  <a:lnTo>
                    <a:pt x="280" y="301"/>
                  </a:lnTo>
                  <a:lnTo>
                    <a:pt x="286" y="290"/>
                  </a:lnTo>
                  <a:lnTo>
                    <a:pt x="291" y="278"/>
                  </a:lnTo>
                  <a:lnTo>
                    <a:pt x="295" y="266"/>
                  </a:lnTo>
                  <a:lnTo>
                    <a:pt x="298" y="253"/>
                  </a:lnTo>
                  <a:lnTo>
                    <a:pt x="300" y="239"/>
                  </a:lnTo>
                  <a:lnTo>
                    <a:pt x="301" y="226"/>
                  </a:lnTo>
                  <a:lnTo>
                    <a:pt x="301" y="30"/>
                  </a:lnTo>
                  <a:lnTo>
                    <a:pt x="300" y="24"/>
                  </a:lnTo>
                  <a:lnTo>
                    <a:pt x="298" y="18"/>
                  </a:lnTo>
                  <a:lnTo>
                    <a:pt x="295" y="13"/>
                  </a:lnTo>
                  <a:lnTo>
                    <a:pt x="291" y="9"/>
                  </a:lnTo>
                  <a:lnTo>
                    <a:pt x="287" y="5"/>
                  </a:lnTo>
                  <a:lnTo>
                    <a:pt x="281" y="3"/>
                  </a:lnTo>
                  <a:lnTo>
                    <a:pt x="276" y="1"/>
                  </a:lnTo>
                  <a:lnTo>
                    <a:pt x="27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332">
              <a:extLst>
                <a:ext uri="{FF2B5EF4-FFF2-40B4-BE49-F238E27FC236}">
                  <a16:creationId xmlns:a16="http://schemas.microsoft.com/office/drawing/2014/main" id="{EE1257BC-04A4-3D2A-7E07-333B72C2A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5" y="3644900"/>
              <a:ext cx="87313" cy="287338"/>
            </a:xfrm>
            <a:custGeom>
              <a:avLst/>
              <a:gdLst>
                <a:gd name="T0" fmla="*/ 122 w 271"/>
                <a:gd name="T1" fmla="*/ 1 h 902"/>
                <a:gd name="T2" fmla="*/ 96 w 271"/>
                <a:gd name="T3" fmla="*/ 6 h 902"/>
                <a:gd name="T4" fmla="*/ 71 w 271"/>
                <a:gd name="T5" fmla="*/ 17 h 902"/>
                <a:gd name="T6" fmla="*/ 50 w 271"/>
                <a:gd name="T7" fmla="*/ 32 h 902"/>
                <a:gd name="T8" fmla="*/ 31 w 271"/>
                <a:gd name="T9" fmla="*/ 50 h 902"/>
                <a:gd name="T10" fmla="*/ 17 w 271"/>
                <a:gd name="T11" fmla="*/ 72 h 902"/>
                <a:gd name="T12" fmla="*/ 6 w 271"/>
                <a:gd name="T13" fmla="*/ 96 h 902"/>
                <a:gd name="T14" fmla="*/ 1 w 271"/>
                <a:gd name="T15" fmla="*/ 121 h 902"/>
                <a:gd name="T16" fmla="*/ 0 w 271"/>
                <a:gd name="T17" fmla="*/ 226 h 902"/>
                <a:gd name="T18" fmla="*/ 2 w 271"/>
                <a:gd name="T19" fmla="*/ 250 h 902"/>
                <a:gd name="T20" fmla="*/ 8 w 271"/>
                <a:gd name="T21" fmla="*/ 272 h 902"/>
                <a:gd name="T22" fmla="*/ 18 w 271"/>
                <a:gd name="T23" fmla="*/ 293 h 902"/>
                <a:gd name="T24" fmla="*/ 30 w 271"/>
                <a:gd name="T25" fmla="*/ 311 h 902"/>
                <a:gd name="T26" fmla="*/ 46 w 271"/>
                <a:gd name="T27" fmla="*/ 328 h 902"/>
                <a:gd name="T28" fmla="*/ 64 w 271"/>
                <a:gd name="T29" fmla="*/ 341 h 902"/>
                <a:gd name="T30" fmla="*/ 84 w 271"/>
                <a:gd name="T31" fmla="*/ 351 h 902"/>
                <a:gd name="T32" fmla="*/ 105 w 271"/>
                <a:gd name="T33" fmla="*/ 358 h 902"/>
                <a:gd name="T34" fmla="*/ 107 w 271"/>
                <a:gd name="T35" fmla="*/ 879 h 902"/>
                <a:gd name="T36" fmla="*/ 110 w 271"/>
                <a:gd name="T37" fmla="*/ 889 h 902"/>
                <a:gd name="T38" fmla="*/ 119 w 271"/>
                <a:gd name="T39" fmla="*/ 897 h 902"/>
                <a:gd name="T40" fmla="*/ 130 w 271"/>
                <a:gd name="T41" fmla="*/ 902 h 902"/>
                <a:gd name="T42" fmla="*/ 142 w 271"/>
                <a:gd name="T43" fmla="*/ 902 h 902"/>
                <a:gd name="T44" fmla="*/ 153 w 271"/>
                <a:gd name="T45" fmla="*/ 897 h 902"/>
                <a:gd name="T46" fmla="*/ 160 w 271"/>
                <a:gd name="T47" fmla="*/ 889 h 902"/>
                <a:gd name="T48" fmla="*/ 165 w 271"/>
                <a:gd name="T49" fmla="*/ 879 h 902"/>
                <a:gd name="T50" fmla="*/ 166 w 271"/>
                <a:gd name="T51" fmla="*/ 358 h 902"/>
                <a:gd name="T52" fmla="*/ 188 w 271"/>
                <a:gd name="T53" fmla="*/ 351 h 902"/>
                <a:gd name="T54" fmla="*/ 207 w 271"/>
                <a:gd name="T55" fmla="*/ 341 h 902"/>
                <a:gd name="T56" fmla="*/ 226 w 271"/>
                <a:gd name="T57" fmla="*/ 328 h 902"/>
                <a:gd name="T58" fmla="*/ 241 w 271"/>
                <a:gd name="T59" fmla="*/ 311 h 902"/>
                <a:gd name="T60" fmla="*/ 254 w 271"/>
                <a:gd name="T61" fmla="*/ 293 h 902"/>
                <a:gd name="T62" fmla="*/ 263 w 271"/>
                <a:gd name="T63" fmla="*/ 272 h 902"/>
                <a:gd name="T64" fmla="*/ 269 w 271"/>
                <a:gd name="T65" fmla="*/ 250 h 902"/>
                <a:gd name="T66" fmla="*/ 271 w 271"/>
                <a:gd name="T67" fmla="*/ 226 h 902"/>
                <a:gd name="T68" fmla="*/ 271 w 271"/>
                <a:gd name="T69" fmla="*/ 121 h 902"/>
                <a:gd name="T70" fmla="*/ 265 w 271"/>
                <a:gd name="T71" fmla="*/ 96 h 902"/>
                <a:gd name="T72" fmla="*/ 255 w 271"/>
                <a:gd name="T73" fmla="*/ 72 h 902"/>
                <a:gd name="T74" fmla="*/ 240 w 271"/>
                <a:gd name="T75" fmla="*/ 50 h 902"/>
                <a:gd name="T76" fmla="*/ 222 w 271"/>
                <a:gd name="T77" fmla="*/ 32 h 902"/>
                <a:gd name="T78" fmla="*/ 200 w 271"/>
                <a:gd name="T79" fmla="*/ 17 h 902"/>
                <a:gd name="T80" fmla="*/ 176 w 271"/>
                <a:gd name="T81" fmla="*/ 6 h 902"/>
                <a:gd name="T82" fmla="*/ 149 w 271"/>
                <a:gd name="T83" fmla="*/ 1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71" h="902">
                  <a:moveTo>
                    <a:pt x="136" y="0"/>
                  </a:moveTo>
                  <a:lnTo>
                    <a:pt x="122" y="1"/>
                  </a:lnTo>
                  <a:lnTo>
                    <a:pt x="108" y="4"/>
                  </a:lnTo>
                  <a:lnTo>
                    <a:pt x="96" y="6"/>
                  </a:lnTo>
                  <a:lnTo>
                    <a:pt x="84" y="11"/>
                  </a:lnTo>
                  <a:lnTo>
                    <a:pt x="71" y="17"/>
                  </a:lnTo>
                  <a:lnTo>
                    <a:pt x="61" y="23"/>
                  </a:lnTo>
                  <a:lnTo>
                    <a:pt x="50" y="32"/>
                  </a:lnTo>
                  <a:lnTo>
                    <a:pt x="40" y="40"/>
                  </a:lnTo>
                  <a:lnTo>
                    <a:pt x="31" y="50"/>
                  </a:lnTo>
                  <a:lnTo>
                    <a:pt x="24" y="61"/>
                  </a:lnTo>
                  <a:lnTo>
                    <a:pt x="17" y="72"/>
                  </a:lnTo>
                  <a:lnTo>
                    <a:pt x="11" y="84"/>
                  </a:lnTo>
                  <a:lnTo>
                    <a:pt x="6" y="96"/>
                  </a:lnTo>
                  <a:lnTo>
                    <a:pt x="3" y="108"/>
                  </a:lnTo>
                  <a:lnTo>
                    <a:pt x="1" y="121"/>
                  </a:lnTo>
                  <a:lnTo>
                    <a:pt x="0" y="136"/>
                  </a:lnTo>
                  <a:lnTo>
                    <a:pt x="0" y="226"/>
                  </a:lnTo>
                  <a:lnTo>
                    <a:pt x="1" y="238"/>
                  </a:lnTo>
                  <a:lnTo>
                    <a:pt x="2" y="250"/>
                  </a:lnTo>
                  <a:lnTo>
                    <a:pt x="5" y="261"/>
                  </a:lnTo>
                  <a:lnTo>
                    <a:pt x="8" y="272"/>
                  </a:lnTo>
                  <a:lnTo>
                    <a:pt x="13" y="283"/>
                  </a:lnTo>
                  <a:lnTo>
                    <a:pt x="18" y="293"/>
                  </a:lnTo>
                  <a:lnTo>
                    <a:pt x="24" y="302"/>
                  </a:lnTo>
                  <a:lnTo>
                    <a:pt x="30" y="311"/>
                  </a:lnTo>
                  <a:lnTo>
                    <a:pt x="37" y="319"/>
                  </a:lnTo>
                  <a:lnTo>
                    <a:pt x="46" y="328"/>
                  </a:lnTo>
                  <a:lnTo>
                    <a:pt x="54" y="335"/>
                  </a:lnTo>
                  <a:lnTo>
                    <a:pt x="64" y="341"/>
                  </a:lnTo>
                  <a:lnTo>
                    <a:pt x="74" y="346"/>
                  </a:lnTo>
                  <a:lnTo>
                    <a:pt x="84" y="351"/>
                  </a:lnTo>
                  <a:lnTo>
                    <a:pt x="95" y="356"/>
                  </a:lnTo>
                  <a:lnTo>
                    <a:pt x="105" y="358"/>
                  </a:lnTo>
                  <a:lnTo>
                    <a:pt x="105" y="873"/>
                  </a:lnTo>
                  <a:lnTo>
                    <a:pt x="107" y="879"/>
                  </a:lnTo>
                  <a:lnTo>
                    <a:pt x="108" y="884"/>
                  </a:lnTo>
                  <a:lnTo>
                    <a:pt x="110" y="889"/>
                  </a:lnTo>
                  <a:lnTo>
                    <a:pt x="114" y="894"/>
                  </a:lnTo>
                  <a:lnTo>
                    <a:pt x="119" y="897"/>
                  </a:lnTo>
                  <a:lnTo>
                    <a:pt x="124" y="900"/>
                  </a:lnTo>
                  <a:lnTo>
                    <a:pt x="130" y="902"/>
                  </a:lnTo>
                  <a:lnTo>
                    <a:pt x="136" y="902"/>
                  </a:lnTo>
                  <a:lnTo>
                    <a:pt x="142" y="902"/>
                  </a:lnTo>
                  <a:lnTo>
                    <a:pt x="148" y="900"/>
                  </a:lnTo>
                  <a:lnTo>
                    <a:pt x="153" y="897"/>
                  </a:lnTo>
                  <a:lnTo>
                    <a:pt x="156" y="894"/>
                  </a:lnTo>
                  <a:lnTo>
                    <a:pt x="160" y="889"/>
                  </a:lnTo>
                  <a:lnTo>
                    <a:pt x="164" y="884"/>
                  </a:lnTo>
                  <a:lnTo>
                    <a:pt x="165" y="879"/>
                  </a:lnTo>
                  <a:lnTo>
                    <a:pt x="166" y="873"/>
                  </a:lnTo>
                  <a:lnTo>
                    <a:pt x="166" y="358"/>
                  </a:lnTo>
                  <a:lnTo>
                    <a:pt x="177" y="356"/>
                  </a:lnTo>
                  <a:lnTo>
                    <a:pt x="188" y="351"/>
                  </a:lnTo>
                  <a:lnTo>
                    <a:pt x="198" y="346"/>
                  </a:lnTo>
                  <a:lnTo>
                    <a:pt x="207" y="341"/>
                  </a:lnTo>
                  <a:lnTo>
                    <a:pt x="217" y="335"/>
                  </a:lnTo>
                  <a:lnTo>
                    <a:pt x="226" y="328"/>
                  </a:lnTo>
                  <a:lnTo>
                    <a:pt x="234" y="319"/>
                  </a:lnTo>
                  <a:lnTo>
                    <a:pt x="241" y="311"/>
                  </a:lnTo>
                  <a:lnTo>
                    <a:pt x="248" y="302"/>
                  </a:lnTo>
                  <a:lnTo>
                    <a:pt x="254" y="293"/>
                  </a:lnTo>
                  <a:lnTo>
                    <a:pt x="258" y="283"/>
                  </a:lnTo>
                  <a:lnTo>
                    <a:pt x="263" y="272"/>
                  </a:lnTo>
                  <a:lnTo>
                    <a:pt x="267" y="261"/>
                  </a:lnTo>
                  <a:lnTo>
                    <a:pt x="269" y="250"/>
                  </a:lnTo>
                  <a:lnTo>
                    <a:pt x="271" y="238"/>
                  </a:lnTo>
                  <a:lnTo>
                    <a:pt x="271" y="226"/>
                  </a:lnTo>
                  <a:lnTo>
                    <a:pt x="271" y="136"/>
                  </a:lnTo>
                  <a:lnTo>
                    <a:pt x="271" y="121"/>
                  </a:lnTo>
                  <a:lnTo>
                    <a:pt x="268" y="108"/>
                  </a:lnTo>
                  <a:lnTo>
                    <a:pt x="265" y="96"/>
                  </a:lnTo>
                  <a:lnTo>
                    <a:pt x="261" y="84"/>
                  </a:lnTo>
                  <a:lnTo>
                    <a:pt x="255" y="72"/>
                  </a:lnTo>
                  <a:lnTo>
                    <a:pt x="248" y="61"/>
                  </a:lnTo>
                  <a:lnTo>
                    <a:pt x="240" y="50"/>
                  </a:lnTo>
                  <a:lnTo>
                    <a:pt x="232" y="40"/>
                  </a:lnTo>
                  <a:lnTo>
                    <a:pt x="222" y="32"/>
                  </a:lnTo>
                  <a:lnTo>
                    <a:pt x="211" y="23"/>
                  </a:lnTo>
                  <a:lnTo>
                    <a:pt x="200" y="17"/>
                  </a:lnTo>
                  <a:lnTo>
                    <a:pt x="188" y="11"/>
                  </a:lnTo>
                  <a:lnTo>
                    <a:pt x="176" y="6"/>
                  </a:lnTo>
                  <a:lnTo>
                    <a:pt x="163" y="4"/>
                  </a:lnTo>
                  <a:lnTo>
                    <a:pt x="14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2AD2980-334A-67FF-20F5-6DD0F1E0AD39}"/>
              </a:ext>
            </a:extLst>
          </p:cNvPr>
          <p:cNvSpPr txBox="1"/>
          <p:nvPr/>
        </p:nvSpPr>
        <p:spPr>
          <a:xfrm>
            <a:off x="6312348" y="603211"/>
            <a:ext cx="5446270" cy="19236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6000" b="1" dirty="0">
                <a:solidFill>
                  <a:srgbClr val="20272D"/>
                </a:solidFill>
                <a:latin typeface="+mj-lt"/>
              </a:rPr>
              <a:t>PIZZA </a:t>
            </a:r>
          </a:p>
          <a:p>
            <a:pPr algn="r">
              <a:spcAft>
                <a:spcPts val="600"/>
              </a:spcAft>
            </a:pPr>
            <a:r>
              <a:rPr lang="en-US" sz="6000" b="1" dirty="0">
                <a:solidFill>
                  <a:srgbClr val="20272D"/>
                </a:solidFill>
                <a:latin typeface="+mj-lt"/>
              </a:rPr>
              <a:t>SALES </a:t>
            </a:r>
            <a:endParaRPr lang="en-US" sz="6000" dirty="0">
              <a:solidFill>
                <a:srgbClr val="20272D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2393C-7816-A6F7-5502-4285F04748C6}"/>
              </a:ext>
            </a:extLst>
          </p:cNvPr>
          <p:cNvSpPr txBox="1"/>
          <p:nvPr/>
        </p:nvSpPr>
        <p:spPr>
          <a:xfrm>
            <a:off x="0" y="632310"/>
            <a:ext cx="5756035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QUERY 4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 </a:t>
            </a:r>
            <a:r>
              <a:rPr lang="en-US" b="1" dirty="0">
                <a:solidFill>
                  <a:srgbClr val="20272D"/>
                </a:solidFill>
                <a:highlight>
                  <a:srgbClr val="00FFFF"/>
                </a:highlight>
                <a:latin typeface="+mj-lt"/>
              </a:rPr>
              <a:t>:IDENTIFY MOST ORDER PIZZA SIZE ;</a:t>
            </a:r>
            <a:endParaRPr lang="en-US" sz="1800" dirty="0">
              <a:solidFill>
                <a:srgbClr val="20272D"/>
              </a:solidFill>
              <a:highlight>
                <a:srgbClr val="00FFFF"/>
              </a:highlight>
              <a:latin typeface="+mj-lt"/>
            </a:endParaRPr>
          </a:p>
          <a:p>
            <a:pPr>
              <a:spcAft>
                <a:spcPts val="600"/>
              </a:spcAft>
            </a:pPr>
            <a:endParaRPr lang="en-US" sz="1800" dirty="0">
              <a:solidFill>
                <a:srgbClr val="20272D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C6058-964B-9067-DAD3-090F419F5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52" y="2064917"/>
            <a:ext cx="5685008" cy="2119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8E88E5-67B2-C441-8443-EC8F4950E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730" y="5195701"/>
            <a:ext cx="2162477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6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A0BBE41-DCE4-454B-B60A-7D6A76B15B8D}"/>
              </a:ext>
            </a:extLst>
          </p:cNvPr>
          <p:cNvSpPr>
            <a:spLocks/>
          </p:cNvSpPr>
          <p:nvPr/>
        </p:nvSpPr>
        <p:spPr bwMode="auto">
          <a:xfrm>
            <a:off x="202623" y="187960"/>
            <a:ext cx="11786755" cy="6482080"/>
          </a:xfrm>
          <a:custGeom>
            <a:avLst/>
            <a:gdLst>
              <a:gd name="connsiteX0" fmla="*/ 0 w 11786755"/>
              <a:gd name="connsiteY0" fmla="*/ 0 h 6482080"/>
              <a:gd name="connsiteX1" fmla="*/ 11786755 w 11786755"/>
              <a:gd name="connsiteY1" fmla="*/ 0 h 6482080"/>
              <a:gd name="connsiteX2" fmla="*/ 11786755 w 11786755"/>
              <a:gd name="connsiteY2" fmla="*/ 6482080 h 6482080"/>
              <a:gd name="connsiteX3" fmla="*/ 10522346 w 11786755"/>
              <a:gd name="connsiteY3" fmla="*/ 6482080 h 6482080"/>
              <a:gd name="connsiteX4" fmla="*/ 10522346 w 11786755"/>
              <a:gd name="connsiteY4" fmla="*/ 4211864 h 6482080"/>
              <a:gd name="connsiteX5" fmla="*/ 10604189 w 11786755"/>
              <a:gd name="connsiteY5" fmla="*/ 4197151 h 6482080"/>
              <a:gd name="connsiteX6" fmla="*/ 10686033 w 11786755"/>
              <a:gd name="connsiteY6" fmla="*/ 4160369 h 6482080"/>
              <a:gd name="connsiteX7" fmla="*/ 10760436 w 11786755"/>
              <a:gd name="connsiteY7" fmla="*/ 4123587 h 6482080"/>
              <a:gd name="connsiteX8" fmla="*/ 10827399 w 11786755"/>
              <a:gd name="connsiteY8" fmla="*/ 4086805 h 6482080"/>
              <a:gd name="connsiteX9" fmla="*/ 10901802 w 11786755"/>
              <a:gd name="connsiteY9" fmla="*/ 4042667 h 6482080"/>
              <a:gd name="connsiteX10" fmla="*/ 10968764 w 11786755"/>
              <a:gd name="connsiteY10" fmla="*/ 3991172 h 6482080"/>
              <a:gd name="connsiteX11" fmla="*/ 11028287 w 11786755"/>
              <a:gd name="connsiteY11" fmla="*/ 3924964 h 6482080"/>
              <a:gd name="connsiteX12" fmla="*/ 11080369 w 11786755"/>
              <a:gd name="connsiteY12" fmla="*/ 3866113 h 6482080"/>
              <a:gd name="connsiteX13" fmla="*/ 11132451 w 11786755"/>
              <a:gd name="connsiteY13" fmla="*/ 3799906 h 6482080"/>
              <a:gd name="connsiteX14" fmla="*/ 11177093 w 11786755"/>
              <a:gd name="connsiteY14" fmla="*/ 3733698 h 6482080"/>
              <a:gd name="connsiteX15" fmla="*/ 11206854 w 11786755"/>
              <a:gd name="connsiteY15" fmla="*/ 3660134 h 6482080"/>
              <a:gd name="connsiteX16" fmla="*/ 11244056 w 11786755"/>
              <a:gd name="connsiteY16" fmla="*/ 3579214 h 6482080"/>
              <a:gd name="connsiteX17" fmla="*/ 11273817 w 11786755"/>
              <a:gd name="connsiteY17" fmla="*/ 3498293 h 6482080"/>
              <a:gd name="connsiteX18" fmla="*/ 11288697 w 11786755"/>
              <a:gd name="connsiteY18" fmla="*/ 3417373 h 6482080"/>
              <a:gd name="connsiteX19" fmla="*/ 11303578 w 11786755"/>
              <a:gd name="connsiteY19" fmla="*/ 3329096 h 6482080"/>
              <a:gd name="connsiteX20" fmla="*/ 11303578 w 11786755"/>
              <a:gd name="connsiteY20" fmla="*/ 3240819 h 6482080"/>
              <a:gd name="connsiteX21" fmla="*/ 11303578 w 11786755"/>
              <a:gd name="connsiteY21" fmla="*/ 2578743 h 6482080"/>
              <a:gd name="connsiteX22" fmla="*/ 11303578 w 11786755"/>
              <a:gd name="connsiteY22" fmla="*/ 2468397 h 6482080"/>
              <a:gd name="connsiteX23" fmla="*/ 11281257 w 11786755"/>
              <a:gd name="connsiteY23" fmla="*/ 2372764 h 6482080"/>
              <a:gd name="connsiteX24" fmla="*/ 11258936 w 11786755"/>
              <a:gd name="connsiteY24" fmla="*/ 2284487 h 6482080"/>
              <a:gd name="connsiteX25" fmla="*/ 11229175 w 11786755"/>
              <a:gd name="connsiteY25" fmla="*/ 2196211 h 6482080"/>
              <a:gd name="connsiteX26" fmla="*/ 11184533 w 11786755"/>
              <a:gd name="connsiteY26" fmla="*/ 2107934 h 6482080"/>
              <a:gd name="connsiteX27" fmla="*/ 11132451 w 11786755"/>
              <a:gd name="connsiteY27" fmla="*/ 2027013 h 6482080"/>
              <a:gd name="connsiteX28" fmla="*/ 11072929 w 11786755"/>
              <a:gd name="connsiteY28" fmla="*/ 1946093 h 6482080"/>
              <a:gd name="connsiteX29" fmla="*/ 11013406 w 11786755"/>
              <a:gd name="connsiteY29" fmla="*/ 1872529 h 6482080"/>
              <a:gd name="connsiteX30" fmla="*/ 10939003 w 11786755"/>
              <a:gd name="connsiteY30" fmla="*/ 1813678 h 6482080"/>
              <a:gd name="connsiteX31" fmla="*/ 10857160 w 11786755"/>
              <a:gd name="connsiteY31" fmla="*/ 1747470 h 6482080"/>
              <a:gd name="connsiteX32" fmla="*/ 10775317 w 11786755"/>
              <a:gd name="connsiteY32" fmla="*/ 1703332 h 6482080"/>
              <a:gd name="connsiteX33" fmla="*/ 10686033 w 11786755"/>
              <a:gd name="connsiteY33" fmla="*/ 1659193 h 6482080"/>
              <a:gd name="connsiteX34" fmla="*/ 10596749 w 11786755"/>
              <a:gd name="connsiteY34" fmla="*/ 1622411 h 6482080"/>
              <a:gd name="connsiteX35" fmla="*/ 10500025 w 11786755"/>
              <a:gd name="connsiteY35" fmla="*/ 1607699 h 6482080"/>
              <a:gd name="connsiteX36" fmla="*/ 10395861 w 11786755"/>
              <a:gd name="connsiteY36" fmla="*/ 1585629 h 6482080"/>
              <a:gd name="connsiteX37" fmla="*/ 10299137 w 11786755"/>
              <a:gd name="connsiteY37" fmla="*/ 1578273 h 6482080"/>
              <a:gd name="connsiteX38" fmla="*/ 10194973 w 11786755"/>
              <a:gd name="connsiteY38" fmla="*/ 1585629 h 6482080"/>
              <a:gd name="connsiteX39" fmla="*/ 10090809 w 11786755"/>
              <a:gd name="connsiteY39" fmla="*/ 1607699 h 6482080"/>
              <a:gd name="connsiteX40" fmla="*/ 10001525 w 11786755"/>
              <a:gd name="connsiteY40" fmla="*/ 1622411 h 6482080"/>
              <a:gd name="connsiteX41" fmla="*/ 9912241 w 11786755"/>
              <a:gd name="connsiteY41" fmla="*/ 1659193 h 6482080"/>
              <a:gd name="connsiteX42" fmla="*/ 9815517 w 11786755"/>
              <a:gd name="connsiteY42" fmla="*/ 1703332 h 6482080"/>
              <a:gd name="connsiteX43" fmla="*/ 9741114 w 11786755"/>
              <a:gd name="connsiteY43" fmla="*/ 1747470 h 6482080"/>
              <a:gd name="connsiteX44" fmla="*/ 9659271 w 11786755"/>
              <a:gd name="connsiteY44" fmla="*/ 1813678 h 6482080"/>
              <a:gd name="connsiteX45" fmla="*/ 9584868 w 11786755"/>
              <a:gd name="connsiteY45" fmla="*/ 1872529 h 6482080"/>
              <a:gd name="connsiteX46" fmla="*/ 9517905 w 11786755"/>
              <a:gd name="connsiteY46" fmla="*/ 1946093 h 6482080"/>
              <a:gd name="connsiteX47" fmla="*/ 9465823 w 11786755"/>
              <a:gd name="connsiteY47" fmla="*/ 2027013 h 6482080"/>
              <a:gd name="connsiteX48" fmla="*/ 9413741 w 11786755"/>
              <a:gd name="connsiteY48" fmla="*/ 2107934 h 6482080"/>
              <a:gd name="connsiteX49" fmla="*/ 9369099 w 11786755"/>
              <a:gd name="connsiteY49" fmla="*/ 2196211 h 6482080"/>
              <a:gd name="connsiteX50" fmla="*/ 9331898 w 11786755"/>
              <a:gd name="connsiteY50" fmla="*/ 2284487 h 6482080"/>
              <a:gd name="connsiteX51" fmla="*/ 9309577 w 11786755"/>
              <a:gd name="connsiteY51" fmla="*/ 2372764 h 6482080"/>
              <a:gd name="connsiteX52" fmla="*/ 9294696 w 11786755"/>
              <a:gd name="connsiteY52" fmla="*/ 2468397 h 6482080"/>
              <a:gd name="connsiteX53" fmla="*/ 9287256 w 11786755"/>
              <a:gd name="connsiteY53" fmla="*/ 2578743 h 6482080"/>
              <a:gd name="connsiteX54" fmla="*/ 9287256 w 11786755"/>
              <a:gd name="connsiteY54" fmla="*/ 3240819 h 6482080"/>
              <a:gd name="connsiteX55" fmla="*/ 9294696 w 11786755"/>
              <a:gd name="connsiteY55" fmla="*/ 3329096 h 6482080"/>
              <a:gd name="connsiteX56" fmla="*/ 9302137 w 11786755"/>
              <a:gd name="connsiteY56" fmla="*/ 3417373 h 6482080"/>
              <a:gd name="connsiteX57" fmla="*/ 9324458 w 11786755"/>
              <a:gd name="connsiteY57" fmla="*/ 3498293 h 6482080"/>
              <a:gd name="connsiteX58" fmla="*/ 9346778 w 11786755"/>
              <a:gd name="connsiteY58" fmla="*/ 3579214 h 6482080"/>
              <a:gd name="connsiteX59" fmla="*/ 9383980 w 11786755"/>
              <a:gd name="connsiteY59" fmla="*/ 3660134 h 6482080"/>
              <a:gd name="connsiteX60" fmla="*/ 9421181 w 11786755"/>
              <a:gd name="connsiteY60" fmla="*/ 3733698 h 6482080"/>
              <a:gd name="connsiteX61" fmla="*/ 9465823 w 11786755"/>
              <a:gd name="connsiteY61" fmla="*/ 3799906 h 6482080"/>
              <a:gd name="connsiteX62" fmla="*/ 9510465 w 11786755"/>
              <a:gd name="connsiteY62" fmla="*/ 3866113 h 6482080"/>
              <a:gd name="connsiteX63" fmla="*/ 9562547 w 11786755"/>
              <a:gd name="connsiteY63" fmla="*/ 3924964 h 6482080"/>
              <a:gd name="connsiteX64" fmla="*/ 9629510 w 11786755"/>
              <a:gd name="connsiteY64" fmla="*/ 3991172 h 6482080"/>
              <a:gd name="connsiteX65" fmla="*/ 9689032 w 11786755"/>
              <a:gd name="connsiteY65" fmla="*/ 4042667 h 6482080"/>
              <a:gd name="connsiteX66" fmla="*/ 9763435 w 11786755"/>
              <a:gd name="connsiteY66" fmla="*/ 4086805 h 6482080"/>
              <a:gd name="connsiteX67" fmla="*/ 9837838 w 11786755"/>
              <a:gd name="connsiteY67" fmla="*/ 4123587 h 6482080"/>
              <a:gd name="connsiteX68" fmla="*/ 9912241 w 11786755"/>
              <a:gd name="connsiteY68" fmla="*/ 4160369 h 6482080"/>
              <a:gd name="connsiteX69" fmla="*/ 9994085 w 11786755"/>
              <a:gd name="connsiteY69" fmla="*/ 4197151 h 6482080"/>
              <a:gd name="connsiteX70" fmla="*/ 10068488 w 11786755"/>
              <a:gd name="connsiteY70" fmla="*/ 4211864 h 6482080"/>
              <a:gd name="connsiteX71" fmla="*/ 10068488 w 11786755"/>
              <a:gd name="connsiteY71" fmla="*/ 6482080 h 6482080"/>
              <a:gd name="connsiteX72" fmla="*/ 7867637 w 11786755"/>
              <a:gd name="connsiteY72" fmla="*/ 6482080 h 6482080"/>
              <a:gd name="connsiteX73" fmla="*/ 7867637 w 11786755"/>
              <a:gd name="connsiteY73" fmla="*/ 4322210 h 6482080"/>
              <a:gd name="connsiteX74" fmla="*/ 7971650 w 11786755"/>
              <a:gd name="connsiteY74" fmla="*/ 4300141 h 6482080"/>
              <a:gd name="connsiteX75" fmla="*/ 8060804 w 11786755"/>
              <a:gd name="connsiteY75" fmla="*/ 4270715 h 6482080"/>
              <a:gd name="connsiteX76" fmla="*/ 8149958 w 11786755"/>
              <a:gd name="connsiteY76" fmla="*/ 4233933 h 6482080"/>
              <a:gd name="connsiteX77" fmla="*/ 8231683 w 11786755"/>
              <a:gd name="connsiteY77" fmla="*/ 4189795 h 6482080"/>
              <a:gd name="connsiteX78" fmla="*/ 8305978 w 11786755"/>
              <a:gd name="connsiteY78" fmla="*/ 4145656 h 6482080"/>
              <a:gd name="connsiteX79" fmla="*/ 8387702 w 11786755"/>
              <a:gd name="connsiteY79" fmla="*/ 4079449 h 6482080"/>
              <a:gd name="connsiteX80" fmla="*/ 8447139 w 11786755"/>
              <a:gd name="connsiteY80" fmla="*/ 4020598 h 6482080"/>
              <a:gd name="connsiteX81" fmla="*/ 8514004 w 11786755"/>
              <a:gd name="connsiteY81" fmla="*/ 3947034 h 6482080"/>
              <a:gd name="connsiteX82" fmla="*/ 8566011 w 11786755"/>
              <a:gd name="connsiteY82" fmla="*/ 3873470 h 6482080"/>
              <a:gd name="connsiteX83" fmla="*/ 8618017 w 11786755"/>
              <a:gd name="connsiteY83" fmla="*/ 3792549 h 6482080"/>
              <a:gd name="connsiteX84" fmla="*/ 8662594 w 11786755"/>
              <a:gd name="connsiteY84" fmla="*/ 3711629 h 6482080"/>
              <a:gd name="connsiteX85" fmla="*/ 8699742 w 11786755"/>
              <a:gd name="connsiteY85" fmla="*/ 3623352 h 6482080"/>
              <a:gd name="connsiteX86" fmla="*/ 8729460 w 11786755"/>
              <a:gd name="connsiteY86" fmla="*/ 3535075 h 6482080"/>
              <a:gd name="connsiteX87" fmla="*/ 8751749 w 11786755"/>
              <a:gd name="connsiteY87" fmla="*/ 3439442 h 6482080"/>
              <a:gd name="connsiteX88" fmla="*/ 8766607 w 11786755"/>
              <a:gd name="connsiteY88" fmla="*/ 3336453 h 6482080"/>
              <a:gd name="connsiteX89" fmla="*/ 8774037 w 11786755"/>
              <a:gd name="connsiteY89" fmla="*/ 3240819 h 6482080"/>
              <a:gd name="connsiteX90" fmla="*/ 8774037 w 11786755"/>
              <a:gd name="connsiteY90" fmla="*/ 1798965 h 6482080"/>
              <a:gd name="connsiteX91" fmla="*/ 8766607 w 11786755"/>
              <a:gd name="connsiteY91" fmla="*/ 1754827 h 6482080"/>
              <a:gd name="connsiteX92" fmla="*/ 8751749 w 11786755"/>
              <a:gd name="connsiteY92" fmla="*/ 1710688 h 6482080"/>
              <a:gd name="connsiteX93" fmla="*/ 8729460 w 11786755"/>
              <a:gd name="connsiteY93" fmla="*/ 1673906 h 6482080"/>
              <a:gd name="connsiteX94" fmla="*/ 8699742 w 11786755"/>
              <a:gd name="connsiteY94" fmla="*/ 1644481 h 6482080"/>
              <a:gd name="connsiteX95" fmla="*/ 8670024 w 11786755"/>
              <a:gd name="connsiteY95" fmla="*/ 1615055 h 6482080"/>
              <a:gd name="connsiteX96" fmla="*/ 8625447 w 11786755"/>
              <a:gd name="connsiteY96" fmla="*/ 1600342 h 6482080"/>
              <a:gd name="connsiteX97" fmla="*/ 8588299 w 11786755"/>
              <a:gd name="connsiteY97" fmla="*/ 1585629 h 6482080"/>
              <a:gd name="connsiteX98" fmla="*/ 8543722 w 11786755"/>
              <a:gd name="connsiteY98" fmla="*/ 1578273 h 6482080"/>
              <a:gd name="connsiteX99" fmla="*/ 8499145 w 11786755"/>
              <a:gd name="connsiteY99" fmla="*/ 1585629 h 6482080"/>
              <a:gd name="connsiteX100" fmla="*/ 8454568 w 11786755"/>
              <a:gd name="connsiteY100" fmla="*/ 1600342 h 6482080"/>
              <a:gd name="connsiteX101" fmla="*/ 8417421 w 11786755"/>
              <a:gd name="connsiteY101" fmla="*/ 1615055 h 6482080"/>
              <a:gd name="connsiteX102" fmla="*/ 8387702 w 11786755"/>
              <a:gd name="connsiteY102" fmla="*/ 1644481 h 6482080"/>
              <a:gd name="connsiteX103" fmla="*/ 8357984 w 11786755"/>
              <a:gd name="connsiteY103" fmla="*/ 1673906 h 6482080"/>
              <a:gd name="connsiteX104" fmla="*/ 8343125 w 11786755"/>
              <a:gd name="connsiteY104" fmla="*/ 1710688 h 6482080"/>
              <a:gd name="connsiteX105" fmla="*/ 8320837 w 11786755"/>
              <a:gd name="connsiteY105" fmla="*/ 1754827 h 6482080"/>
              <a:gd name="connsiteX106" fmla="*/ 8320837 w 11786755"/>
              <a:gd name="connsiteY106" fmla="*/ 1798965 h 6482080"/>
              <a:gd name="connsiteX107" fmla="*/ 8320837 w 11786755"/>
              <a:gd name="connsiteY107" fmla="*/ 3240819 h 6482080"/>
              <a:gd name="connsiteX108" fmla="*/ 8313407 w 11786755"/>
              <a:gd name="connsiteY108" fmla="*/ 3343809 h 6482080"/>
              <a:gd name="connsiteX109" fmla="*/ 8283689 w 11786755"/>
              <a:gd name="connsiteY109" fmla="*/ 3446799 h 6482080"/>
              <a:gd name="connsiteX110" fmla="*/ 8246542 w 11786755"/>
              <a:gd name="connsiteY110" fmla="*/ 3542432 h 6482080"/>
              <a:gd name="connsiteX111" fmla="*/ 8194535 w 11786755"/>
              <a:gd name="connsiteY111" fmla="*/ 3630709 h 6482080"/>
              <a:gd name="connsiteX112" fmla="*/ 8135099 w 11786755"/>
              <a:gd name="connsiteY112" fmla="*/ 3704272 h 6482080"/>
              <a:gd name="connsiteX113" fmla="*/ 8053375 w 11786755"/>
              <a:gd name="connsiteY113" fmla="*/ 3777836 h 6482080"/>
              <a:gd name="connsiteX114" fmla="*/ 7971650 w 11786755"/>
              <a:gd name="connsiteY114" fmla="*/ 3829331 h 6482080"/>
              <a:gd name="connsiteX115" fmla="*/ 7867637 w 11786755"/>
              <a:gd name="connsiteY115" fmla="*/ 3873470 h 6482080"/>
              <a:gd name="connsiteX116" fmla="*/ 7867637 w 11786755"/>
              <a:gd name="connsiteY116" fmla="*/ 1798965 h 6482080"/>
              <a:gd name="connsiteX117" fmla="*/ 7867637 w 11786755"/>
              <a:gd name="connsiteY117" fmla="*/ 1754827 h 6482080"/>
              <a:gd name="connsiteX118" fmla="*/ 7852778 w 11786755"/>
              <a:gd name="connsiteY118" fmla="*/ 1710688 h 6482080"/>
              <a:gd name="connsiteX119" fmla="*/ 7837919 w 11786755"/>
              <a:gd name="connsiteY119" fmla="*/ 1673906 h 6482080"/>
              <a:gd name="connsiteX120" fmla="*/ 7808201 w 11786755"/>
              <a:gd name="connsiteY120" fmla="*/ 1644481 h 6482080"/>
              <a:gd name="connsiteX121" fmla="*/ 7771053 w 11786755"/>
              <a:gd name="connsiteY121" fmla="*/ 1615055 h 6482080"/>
              <a:gd name="connsiteX122" fmla="*/ 7733906 w 11786755"/>
              <a:gd name="connsiteY122" fmla="*/ 1600342 h 6482080"/>
              <a:gd name="connsiteX123" fmla="*/ 7696758 w 11786755"/>
              <a:gd name="connsiteY123" fmla="*/ 1585629 h 6482080"/>
              <a:gd name="connsiteX124" fmla="*/ 7652181 w 11786755"/>
              <a:gd name="connsiteY124" fmla="*/ 1578273 h 6482080"/>
              <a:gd name="connsiteX125" fmla="*/ 7607604 w 11786755"/>
              <a:gd name="connsiteY125" fmla="*/ 1585629 h 6482080"/>
              <a:gd name="connsiteX126" fmla="*/ 7563027 w 11786755"/>
              <a:gd name="connsiteY126" fmla="*/ 1600342 h 6482080"/>
              <a:gd name="connsiteX127" fmla="*/ 7525879 w 11786755"/>
              <a:gd name="connsiteY127" fmla="*/ 1615055 h 6482080"/>
              <a:gd name="connsiteX128" fmla="*/ 7488732 w 11786755"/>
              <a:gd name="connsiteY128" fmla="*/ 1644481 h 6482080"/>
              <a:gd name="connsiteX129" fmla="*/ 7466443 w 11786755"/>
              <a:gd name="connsiteY129" fmla="*/ 1673906 h 6482080"/>
              <a:gd name="connsiteX130" fmla="*/ 7444155 w 11786755"/>
              <a:gd name="connsiteY130" fmla="*/ 1710688 h 6482080"/>
              <a:gd name="connsiteX131" fmla="*/ 7429296 w 11786755"/>
              <a:gd name="connsiteY131" fmla="*/ 1754827 h 6482080"/>
              <a:gd name="connsiteX132" fmla="*/ 7429296 w 11786755"/>
              <a:gd name="connsiteY132" fmla="*/ 1798965 h 6482080"/>
              <a:gd name="connsiteX133" fmla="*/ 7429296 w 11786755"/>
              <a:gd name="connsiteY133" fmla="*/ 3873470 h 6482080"/>
              <a:gd name="connsiteX134" fmla="*/ 7332712 w 11786755"/>
              <a:gd name="connsiteY134" fmla="*/ 3829331 h 6482080"/>
              <a:gd name="connsiteX135" fmla="*/ 7250987 w 11786755"/>
              <a:gd name="connsiteY135" fmla="*/ 3777836 h 6482080"/>
              <a:gd name="connsiteX136" fmla="*/ 7176692 w 11786755"/>
              <a:gd name="connsiteY136" fmla="*/ 3704272 h 6482080"/>
              <a:gd name="connsiteX137" fmla="*/ 7102397 w 11786755"/>
              <a:gd name="connsiteY137" fmla="*/ 3630709 h 6482080"/>
              <a:gd name="connsiteX138" fmla="*/ 7050391 w 11786755"/>
              <a:gd name="connsiteY138" fmla="*/ 3542432 h 6482080"/>
              <a:gd name="connsiteX139" fmla="*/ 7013243 w 11786755"/>
              <a:gd name="connsiteY139" fmla="*/ 3446799 h 6482080"/>
              <a:gd name="connsiteX140" fmla="*/ 6983525 w 11786755"/>
              <a:gd name="connsiteY140" fmla="*/ 3343809 h 6482080"/>
              <a:gd name="connsiteX141" fmla="*/ 6976095 w 11786755"/>
              <a:gd name="connsiteY141" fmla="*/ 3240819 h 6482080"/>
              <a:gd name="connsiteX142" fmla="*/ 6976095 w 11786755"/>
              <a:gd name="connsiteY142" fmla="*/ 1798965 h 6482080"/>
              <a:gd name="connsiteX143" fmla="*/ 6976095 w 11786755"/>
              <a:gd name="connsiteY143" fmla="*/ 1754827 h 6482080"/>
              <a:gd name="connsiteX144" fmla="*/ 6961236 w 11786755"/>
              <a:gd name="connsiteY144" fmla="*/ 1710688 h 6482080"/>
              <a:gd name="connsiteX145" fmla="*/ 6938948 w 11786755"/>
              <a:gd name="connsiteY145" fmla="*/ 1673906 h 6482080"/>
              <a:gd name="connsiteX146" fmla="*/ 6916659 w 11786755"/>
              <a:gd name="connsiteY146" fmla="*/ 1644481 h 6482080"/>
              <a:gd name="connsiteX147" fmla="*/ 6879512 w 11786755"/>
              <a:gd name="connsiteY147" fmla="*/ 1615055 h 6482080"/>
              <a:gd name="connsiteX148" fmla="*/ 6842364 w 11786755"/>
              <a:gd name="connsiteY148" fmla="*/ 1600342 h 6482080"/>
              <a:gd name="connsiteX149" fmla="*/ 6805217 w 11786755"/>
              <a:gd name="connsiteY149" fmla="*/ 1585629 h 6482080"/>
              <a:gd name="connsiteX150" fmla="*/ 6760640 w 11786755"/>
              <a:gd name="connsiteY150" fmla="*/ 1578273 h 6482080"/>
              <a:gd name="connsiteX151" fmla="*/ 6716063 w 11786755"/>
              <a:gd name="connsiteY151" fmla="*/ 1585629 h 6482080"/>
              <a:gd name="connsiteX152" fmla="*/ 6671485 w 11786755"/>
              <a:gd name="connsiteY152" fmla="*/ 1600342 h 6482080"/>
              <a:gd name="connsiteX153" fmla="*/ 6634338 w 11786755"/>
              <a:gd name="connsiteY153" fmla="*/ 1615055 h 6482080"/>
              <a:gd name="connsiteX154" fmla="*/ 6597190 w 11786755"/>
              <a:gd name="connsiteY154" fmla="*/ 1644481 h 6482080"/>
              <a:gd name="connsiteX155" fmla="*/ 6574902 w 11786755"/>
              <a:gd name="connsiteY155" fmla="*/ 1673906 h 6482080"/>
              <a:gd name="connsiteX156" fmla="*/ 6552613 w 11786755"/>
              <a:gd name="connsiteY156" fmla="*/ 1710688 h 6482080"/>
              <a:gd name="connsiteX157" fmla="*/ 6537754 w 11786755"/>
              <a:gd name="connsiteY157" fmla="*/ 1754827 h 6482080"/>
              <a:gd name="connsiteX158" fmla="*/ 6537754 w 11786755"/>
              <a:gd name="connsiteY158" fmla="*/ 1798965 h 6482080"/>
              <a:gd name="connsiteX159" fmla="*/ 6537754 w 11786755"/>
              <a:gd name="connsiteY159" fmla="*/ 3240819 h 6482080"/>
              <a:gd name="connsiteX160" fmla="*/ 6537754 w 11786755"/>
              <a:gd name="connsiteY160" fmla="*/ 3336453 h 6482080"/>
              <a:gd name="connsiteX161" fmla="*/ 6552613 w 11786755"/>
              <a:gd name="connsiteY161" fmla="*/ 3439442 h 6482080"/>
              <a:gd name="connsiteX162" fmla="*/ 6574902 w 11786755"/>
              <a:gd name="connsiteY162" fmla="*/ 3535075 h 6482080"/>
              <a:gd name="connsiteX163" fmla="*/ 6597190 w 11786755"/>
              <a:gd name="connsiteY163" fmla="*/ 3623352 h 6482080"/>
              <a:gd name="connsiteX164" fmla="*/ 6634338 w 11786755"/>
              <a:gd name="connsiteY164" fmla="*/ 3711629 h 6482080"/>
              <a:gd name="connsiteX165" fmla="*/ 6678915 w 11786755"/>
              <a:gd name="connsiteY165" fmla="*/ 3792549 h 6482080"/>
              <a:gd name="connsiteX166" fmla="*/ 6730922 w 11786755"/>
              <a:gd name="connsiteY166" fmla="*/ 3873470 h 6482080"/>
              <a:gd name="connsiteX167" fmla="*/ 6790358 w 11786755"/>
              <a:gd name="connsiteY167" fmla="*/ 3947034 h 6482080"/>
              <a:gd name="connsiteX168" fmla="*/ 6849794 w 11786755"/>
              <a:gd name="connsiteY168" fmla="*/ 4020598 h 6482080"/>
              <a:gd name="connsiteX169" fmla="*/ 6924089 w 11786755"/>
              <a:gd name="connsiteY169" fmla="*/ 4079449 h 6482080"/>
              <a:gd name="connsiteX170" fmla="*/ 6998384 w 11786755"/>
              <a:gd name="connsiteY170" fmla="*/ 4145656 h 6482080"/>
              <a:gd name="connsiteX171" fmla="*/ 7080109 w 11786755"/>
              <a:gd name="connsiteY171" fmla="*/ 4189795 h 6482080"/>
              <a:gd name="connsiteX172" fmla="*/ 7154404 w 11786755"/>
              <a:gd name="connsiteY172" fmla="*/ 4233933 h 6482080"/>
              <a:gd name="connsiteX173" fmla="*/ 7236128 w 11786755"/>
              <a:gd name="connsiteY173" fmla="*/ 4270715 h 6482080"/>
              <a:gd name="connsiteX174" fmla="*/ 7332712 w 11786755"/>
              <a:gd name="connsiteY174" fmla="*/ 4300141 h 6482080"/>
              <a:gd name="connsiteX175" fmla="*/ 7429296 w 11786755"/>
              <a:gd name="connsiteY175" fmla="*/ 4322210 h 6482080"/>
              <a:gd name="connsiteX176" fmla="*/ 7429296 w 11786755"/>
              <a:gd name="connsiteY176" fmla="*/ 6482080 h 6482080"/>
              <a:gd name="connsiteX177" fmla="*/ 0 w 11786755"/>
              <a:gd name="connsiteY177" fmla="*/ 6482080 h 6482080"/>
              <a:gd name="connsiteX178" fmla="*/ 0 w 11786755"/>
              <a:gd name="connsiteY178" fmla="*/ 0 h 648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</a:cxnLst>
            <a:rect l="l" t="t" r="r" b="b"/>
            <a:pathLst>
              <a:path w="11786755" h="6482080">
                <a:moveTo>
                  <a:pt x="0" y="0"/>
                </a:moveTo>
                <a:lnTo>
                  <a:pt x="11786755" y="0"/>
                </a:lnTo>
                <a:lnTo>
                  <a:pt x="11786755" y="6482080"/>
                </a:lnTo>
                <a:lnTo>
                  <a:pt x="10522346" y="6482080"/>
                </a:lnTo>
                <a:lnTo>
                  <a:pt x="10522346" y="4211864"/>
                </a:lnTo>
                <a:lnTo>
                  <a:pt x="10604189" y="4197151"/>
                </a:lnTo>
                <a:lnTo>
                  <a:pt x="10686033" y="4160369"/>
                </a:lnTo>
                <a:lnTo>
                  <a:pt x="10760436" y="4123587"/>
                </a:lnTo>
                <a:lnTo>
                  <a:pt x="10827399" y="4086805"/>
                </a:lnTo>
                <a:lnTo>
                  <a:pt x="10901802" y="4042667"/>
                </a:lnTo>
                <a:lnTo>
                  <a:pt x="10968764" y="3991172"/>
                </a:lnTo>
                <a:lnTo>
                  <a:pt x="11028287" y="3924964"/>
                </a:lnTo>
                <a:lnTo>
                  <a:pt x="11080369" y="3866113"/>
                </a:lnTo>
                <a:lnTo>
                  <a:pt x="11132451" y="3799906"/>
                </a:lnTo>
                <a:lnTo>
                  <a:pt x="11177093" y="3733698"/>
                </a:lnTo>
                <a:lnTo>
                  <a:pt x="11206854" y="3660134"/>
                </a:lnTo>
                <a:lnTo>
                  <a:pt x="11244056" y="3579214"/>
                </a:lnTo>
                <a:lnTo>
                  <a:pt x="11273817" y="3498293"/>
                </a:lnTo>
                <a:lnTo>
                  <a:pt x="11288697" y="3417373"/>
                </a:lnTo>
                <a:lnTo>
                  <a:pt x="11303578" y="3329096"/>
                </a:lnTo>
                <a:lnTo>
                  <a:pt x="11303578" y="3240819"/>
                </a:lnTo>
                <a:lnTo>
                  <a:pt x="11303578" y="2578743"/>
                </a:lnTo>
                <a:lnTo>
                  <a:pt x="11303578" y="2468397"/>
                </a:lnTo>
                <a:lnTo>
                  <a:pt x="11281257" y="2372764"/>
                </a:lnTo>
                <a:lnTo>
                  <a:pt x="11258936" y="2284487"/>
                </a:lnTo>
                <a:lnTo>
                  <a:pt x="11229175" y="2196211"/>
                </a:lnTo>
                <a:lnTo>
                  <a:pt x="11184533" y="2107934"/>
                </a:lnTo>
                <a:lnTo>
                  <a:pt x="11132451" y="2027013"/>
                </a:lnTo>
                <a:lnTo>
                  <a:pt x="11072929" y="1946093"/>
                </a:lnTo>
                <a:lnTo>
                  <a:pt x="11013406" y="1872529"/>
                </a:lnTo>
                <a:lnTo>
                  <a:pt x="10939003" y="1813678"/>
                </a:lnTo>
                <a:lnTo>
                  <a:pt x="10857160" y="1747470"/>
                </a:lnTo>
                <a:lnTo>
                  <a:pt x="10775317" y="1703332"/>
                </a:lnTo>
                <a:lnTo>
                  <a:pt x="10686033" y="1659193"/>
                </a:lnTo>
                <a:lnTo>
                  <a:pt x="10596749" y="1622411"/>
                </a:lnTo>
                <a:lnTo>
                  <a:pt x="10500025" y="1607699"/>
                </a:lnTo>
                <a:lnTo>
                  <a:pt x="10395861" y="1585629"/>
                </a:lnTo>
                <a:lnTo>
                  <a:pt x="10299137" y="1578273"/>
                </a:lnTo>
                <a:lnTo>
                  <a:pt x="10194973" y="1585629"/>
                </a:lnTo>
                <a:lnTo>
                  <a:pt x="10090809" y="1607699"/>
                </a:lnTo>
                <a:lnTo>
                  <a:pt x="10001525" y="1622411"/>
                </a:lnTo>
                <a:lnTo>
                  <a:pt x="9912241" y="1659193"/>
                </a:lnTo>
                <a:lnTo>
                  <a:pt x="9815517" y="1703332"/>
                </a:lnTo>
                <a:lnTo>
                  <a:pt x="9741114" y="1747470"/>
                </a:lnTo>
                <a:lnTo>
                  <a:pt x="9659271" y="1813678"/>
                </a:lnTo>
                <a:lnTo>
                  <a:pt x="9584868" y="1872529"/>
                </a:lnTo>
                <a:lnTo>
                  <a:pt x="9517905" y="1946093"/>
                </a:lnTo>
                <a:lnTo>
                  <a:pt x="9465823" y="2027013"/>
                </a:lnTo>
                <a:lnTo>
                  <a:pt x="9413741" y="2107934"/>
                </a:lnTo>
                <a:lnTo>
                  <a:pt x="9369099" y="2196211"/>
                </a:lnTo>
                <a:lnTo>
                  <a:pt x="9331898" y="2284487"/>
                </a:lnTo>
                <a:lnTo>
                  <a:pt x="9309577" y="2372764"/>
                </a:lnTo>
                <a:lnTo>
                  <a:pt x="9294696" y="2468397"/>
                </a:lnTo>
                <a:lnTo>
                  <a:pt x="9287256" y="2578743"/>
                </a:lnTo>
                <a:lnTo>
                  <a:pt x="9287256" y="3240819"/>
                </a:lnTo>
                <a:lnTo>
                  <a:pt x="9294696" y="3329096"/>
                </a:lnTo>
                <a:lnTo>
                  <a:pt x="9302137" y="3417373"/>
                </a:lnTo>
                <a:lnTo>
                  <a:pt x="9324458" y="3498293"/>
                </a:lnTo>
                <a:lnTo>
                  <a:pt x="9346778" y="3579214"/>
                </a:lnTo>
                <a:lnTo>
                  <a:pt x="9383980" y="3660134"/>
                </a:lnTo>
                <a:lnTo>
                  <a:pt x="9421181" y="3733698"/>
                </a:lnTo>
                <a:lnTo>
                  <a:pt x="9465823" y="3799906"/>
                </a:lnTo>
                <a:lnTo>
                  <a:pt x="9510465" y="3866113"/>
                </a:lnTo>
                <a:lnTo>
                  <a:pt x="9562547" y="3924964"/>
                </a:lnTo>
                <a:lnTo>
                  <a:pt x="9629510" y="3991172"/>
                </a:lnTo>
                <a:lnTo>
                  <a:pt x="9689032" y="4042667"/>
                </a:lnTo>
                <a:lnTo>
                  <a:pt x="9763435" y="4086805"/>
                </a:lnTo>
                <a:lnTo>
                  <a:pt x="9837838" y="4123587"/>
                </a:lnTo>
                <a:lnTo>
                  <a:pt x="9912241" y="4160369"/>
                </a:lnTo>
                <a:lnTo>
                  <a:pt x="9994085" y="4197151"/>
                </a:lnTo>
                <a:lnTo>
                  <a:pt x="10068488" y="4211864"/>
                </a:lnTo>
                <a:lnTo>
                  <a:pt x="10068488" y="6482080"/>
                </a:lnTo>
                <a:lnTo>
                  <a:pt x="7867637" y="6482080"/>
                </a:lnTo>
                <a:lnTo>
                  <a:pt x="7867637" y="4322210"/>
                </a:lnTo>
                <a:lnTo>
                  <a:pt x="7971650" y="4300141"/>
                </a:lnTo>
                <a:lnTo>
                  <a:pt x="8060804" y="4270715"/>
                </a:lnTo>
                <a:lnTo>
                  <a:pt x="8149958" y="4233933"/>
                </a:lnTo>
                <a:lnTo>
                  <a:pt x="8231683" y="4189795"/>
                </a:lnTo>
                <a:lnTo>
                  <a:pt x="8305978" y="4145656"/>
                </a:lnTo>
                <a:lnTo>
                  <a:pt x="8387702" y="4079449"/>
                </a:lnTo>
                <a:lnTo>
                  <a:pt x="8447139" y="4020598"/>
                </a:lnTo>
                <a:lnTo>
                  <a:pt x="8514004" y="3947034"/>
                </a:lnTo>
                <a:lnTo>
                  <a:pt x="8566011" y="3873470"/>
                </a:lnTo>
                <a:lnTo>
                  <a:pt x="8618017" y="3792549"/>
                </a:lnTo>
                <a:lnTo>
                  <a:pt x="8662594" y="3711629"/>
                </a:lnTo>
                <a:lnTo>
                  <a:pt x="8699742" y="3623352"/>
                </a:lnTo>
                <a:lnTo>
                  <a:pt x="8729460" y="3535075"/>
                </a:lnTo>
                <a:lnTo>
                  <a:pt x="8751749" y="3439442"/>
                </a:lnTo>
                <a:lnTo>
                  <a:pt x="8766607" y="3336453"/>
                </a:lnTo>
                <a:lnTo>
                  <a:pt x="8774037" y="3240819"/>
                </a:lnTo>
                <a:lnTo>
                  <a:pt x="8774037" y="1798965"/>
                </a:lnTo>
                <a:lnTo>
                  <a:pt x="8766607" y="1754827"/>
                </a:lnTo>
                <a:lnTo>
                  <a:pt x="8751749" y="1710688"/>
                </a:lnTo>
                <a:lnTo>
                  <a:pt x="8729460" y="1673906"/>
                </a:lnTo>
                <a:lnTo>
                  <a:pt x="8699742" y="1644481"/>
                </a:lnTo>
                <a:lnTo>
                  <a:pt x="8670024" y="1615055"/>
                </a:lnTo>
                <a:lnTo>
                  <a:pt x="8625447" y="1600342"/>
                </a:lnTo>
                <a:lnTo>
                  <a:pt x="8588299" y="1585629"/>
                </a:lnTo>
                <a:lnTo>
                  <a:pt x="8543722" y="1578273"/>
                </a:lnTo>
                <a:lnTo>
                  <a:pt x="8499145" y="1585629"/>
                </a:lnTo>
                <a:lnTo>
                  <a:pt x="8454568" y="1600342"/>
                </a:lnTo>
                <a:lnTo>
                  <a:pt x="8417421" y="1615055"/>
                </a:lnTo>
                <a:lnTo>
                  <a:pt x="8387702" y="1644481"/>
                </a:lnTo>
                <a:lnTo>
                  <a:pt x="8357984" y="1673906"/>
                </a:lnTo>
                <a:lnTo>
                  <a:pt x="8343125" y="1710688"/>
                </a:lnTo>
                <a:lnTo>
                  <a:pt x="8320837" y="1754827"/>
                </a:lnTo>
                <a:lnTo>
                  <a:pt x="8320837" y="1798965"/>
                </a:lnTo>
                <a:lnTo>
                  <a:pt x="8320837" y="3240819"/>
                </a:lnTo>
                <a:lnTo>
                  <a:pt x="8313407" y="3343809"/>
                </a:lnTo>
                <a:lnTo>
                  <a:pt x="8283689" y="3446799"/>
                </a:lnTo>
                <a:lnTo>
                  <a:pt x="8246542" y="3542432"/>
                </a:lnTo>
                <a:lnTo>
                  <a:pt x="8194535" y="3630709"/>
                </a:lnTo>
                <a:lnTo>
                  <a:pt x="8135099" y="3704272"/>
                </a:lnTo>
                <a:lnTo>
                  <a:pt x="8053375" y="3777836"/>
                </a:lnTo>
                <a:lnTo>
                  <a:pt x="7971650" y="3829331"/>
                </a:lnTo>
                <a:lnTo>
                  <a:pt x="7867637" y="3873470"/>
                </a:lnTo>
                <a:lnTo>
                  <a:pt x="7867637" y="1798965"/>
                </a:lnTo>
                <a:lnTo>
                  <a:pt x="7867637" y="1754827"/>
                </a:lnTo>
                <a:lnTo>
                  <a:pt x="7852778" y="1710688"/>
                </a:lnTo>
                <a:lnTo>
                  <a:pt x="7837919" y="1673906"/>
                </a:lnTo>
                <a:lnTo>
                  <a:pt x="7808201" y="1644481"/>
                </a:lnTo>
                <a:lnTo>
                  <a:pt x="7771053" y="1615055"/>
                </a:lnTo>
                <a:lnTo>
                  <a:pt x="7733906" y="1600342"/>
                </a:lnTo>
                <a:lnTo>
                  <a:pt x="7696758" y="1585629"/>
                </a:lnTo>
                <a:lnTo>
                  <a:pt x="7652181" y="1578273"/>
                </a:lnTo>
                <a:lnTo>
                  <a:pt x="7607604" y="1585629"/>
                </a:lnTo>
                <a:lnTo>
                  <a:pt x="7563027" y="1600342"/>
                </a:lnTo>
                <a:lnTo>
                  <a:pt x="7525879" y="1615055"/>
                </a:lnTo>
                <a:lnTo>
                  <a:pt x="7488732" y="1644481"/>
                </a:lnTo>
                <a:lnTo>
                  <a:pt x="7466443" y="1673906"/>
                </a:lnTo>
                <a:lnTo>
                  <a:pt x="7444155" y="1710688"/>
                </a:lnTo>
                <a:lnTo>
                  <a:pt x="7429296" y="1754827"/>
                </a:lnTo>
                <a:lnTo>
                  <a:pt x="7429296" y="1798965"/>
                </a:lnTo>
                <a:lnTo>
                  <a:pt x="7429296" y="3873470"/>
                </a:lnTo>
                <a:lnTo>
                  <a:pt x="7332712" y="3829331"/>
                </a:lnTo>
                <a:lnTo>
                  <a:pt x="7250987" y="3777836"/>
                </a:lnTo>
                <a:lnTo>
                  <a:pt x="7176692" y="3704272"/>
                </a:lnTo>
                <a:lnTo>
                  <a:pt x="7102397" y="3630709"/>
                </a:lnTo>
                <a:lnTo>
                  <a:pt x="7050391" y="3542432"/>
                </a:lnTo>
                <a:lnTo>
                  <a:pt x="7013243" y="3446799"/>
                </a:lnTo>
                <a:lnTo>
                  <a:pt x="6983525" y="3343809"/>
                </a:lnTo>
                <a:lnTo>
                  <a:pt x="6976095" y="3240819"/>
                </a:lnTo>
                <a:lnTo>
                  <a:pt x="6976095" y="1798965"/>
                </a:lnTo>
                <a:lnTo>
                  <a:pt x="6976095" y="1754827"/>
                </a:lnTo>
                <a:lnTo>
                  <a:pt x="6961236" y="1710688"/>
                </a:lnTo>
                <a:lnTo>
                  <a:pt x="6938948" y="1673906"/>
                </a:lnTo>
                <a:lnTo>
                  <a:pt x="6916659" y="1644481"/>
                </a:lnTo>
                <a:lnTo>
                  <a:pt x="6879512" y="1615055"/>
                </a:lnTo>
                <a:lnTo>
                  <a:pt x="6842364" y="1600342"/>
                </a:lnTo>
                <a:lnTo>
                  <a:pt x="6805217" y="1585629"/>
                </a:lnTo>
                <a:lnTo>
                  <a:pt x="6760640" y="1578273"/>
                </a:lnTo>
                <a:lnTo>
                  <a:pt x="6716063" y="1585629"/>
                </a:lnTo>
                <a:lnTo>
                  <a:pt x="6671485" y="1600342"/>
                </a:lnTo>
                <a:lnTo>
                  <a:pt x="6634338" y="1615055"/>
                </a:lnTo>
                <a:lnTo>
                  <a:pt x="6597190" y="1644481"/>
                </a:lnTo>
                <a:lnTo>
                  <a:pt x="6574902" y="1673906"/>
                </a:lnTo>
                <a:lnTo>
                  <a:pt x="6552613" y="1710688"/>
                </a:lnTo>
                <a:lnTo>
                  <a:pt x="6537754" y="1754827"/>
                </a:lnTo>
                <a:lnTo>
                  <a:pt x="6537754" y="1798965"/>
                </a:lnTo>
                <a:lnTo>
                  <a:pt x="6537754" y="3240819"/>
                </a:lnTo>
                <a:lnTo>
                  <a:pt x="6537754" y="3336453"/>
                </a:lnTo>
                <a:lnTo>
                  <a:pt x="6552613" y="3439442"/>
                </a:lnTo>
                <a:lnTo>
                  <a:pt x="6574902" y="3535075"/>
                </a:lnTo>
                <a:lnTo>
                  <a:pt x="6597190" y="3623352"/>
                </a:lnTo>
                <a:lnTo>
                  <a:pt x="6634338" y="3711629"/>
                </a:lnTo>
                <a:lnTo>
                  <a:pt x="6678915" y="3792549"/>
                </a:lnTo>
                <a:lnTo>
                  <a:pt x="6730922" y="3873470"/>
                </a:lnTo>
                <a:lnTo>
                  <a:pt x="6790358" y="3947034"/>
                </a:lnTo>
                <a:lnTo>
                  <a:pt x="6849794" y="4020598"/>
                </a:lnTo>
                <a:lnTo>
                  <a:pt x="6924089" y="4079449"/>
                </a:lnTo>
                <a:lnTo>
                  <a:pt x="6998384" y="4145656"/>
                </a:lnTo>
                <a:lnTo>
                  <a:pt x="7080109" y="4189795"/>
                </a:lnTo>
                <a:lnTo>
                  <a:pt x="7154404" y="4233933"/>
                </a:lnTo>
                <a:lnTo>
                  <a:pt x="7236128" y="4270715"/>
                </a:lnTo>
                <a:lnTo>
                  <a:pt x="7332712" y="4300141"/>
                </a:lnTo>
                <a:lnTo>
                  <a:pt x="7429296" y="4322210"/>
                </a:lnTo>
                <a:lnTo>
                  <a:pt x="7429296" y="6482080"/>
                </a:lnTo>
                <a:lnTo>
                  <a:pt x="0" y="64820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85E43A-547E-4BB6-BC7C-56A71052DB90}"/>
              </a:ext>
            </a:extLst>
          </p:cNvPr>
          <p:cNvSpPr txBox="1"/>
          <p:nvPr/>
        </p:nvSpPr>
        <p:spPr>
          <a:xfrm>
            <a:off x="442445" y="-81353"/>
            <a:ext cx="10702756" cy="15542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endParaRPr lang="en-US" sz="3200" dirty="0">
              <a:solidFill>
                <a:srgbClr val="20272D"/>
              </a:solidFill>
              <a:highlight>
                <a:srgbClr val="00FFFF"/>
              </a:highlight>
              <a:latin typeface="+mj-lt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QUERY 5 : </a:t>
            </a:r>
            <a:r>
              <a:rPr lang="en-US" sz="3200" dirty="0">
                <a:solidFill>
                  <a:srgbClr val="20272D"/>
                </a:solidFill>
                <a:highlight>
                  <a:srgbClr val="00FFFF"/>
                </a:highlight>
                <a:latin typeface="+mj-lt"/>
                <a:cs typeface="Times New Roman" panose="02020603050405020304" pitchFamily="18" charset="0"/>
              </a:rPr>
              <a:t>LIST THE TOP 5 MOST ORDERED PIZZA TYPE ALONG WITH THIER QUANTITIES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CA796A-58E0-4931-AA03-FA3F15564A15}"/>
              </a:ext>
            </a:extLst>
          </p:cNvPr>
          <p:cNvGrpSpPr/>
          <p:nvPr/>
        </p:nvGrpSpPr>
        <p:grpSpPr>
          <a:xfrm>
            <a:off x="2057400" y="3254011"/>
            <a:ext cx="4038600" cy="276999"/>
            <a:chOff x="1927100" y="3275909"/>
            <a:chExt cx="4168900" cy="27699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F49FEC-C11C-4E76-8C5C-F11A256F873D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5E90753-EB1B-47E2-A371-AEEAEB297DC6}"/>
                </a:ext>
              </a:extLst>
            </p:cNvPr>
            <p:cNvSpPr txBox="1"/>
            <p:nvPr/>
          </p:nvSpPr>
          <p:spPr>
            <a:xfrm flipV="1">
              <a:off x="2981124" y="3275909"/>
              <a:ext cx="3114876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C23DE20-BEA8-4942-9EA8-3DA5AA2F1B36}"/>
              </a:ext>
            </a:extLst>
          </p:cNvPr>
          <p:cNvGrpSpPr/>
          <p:nvPr/>
        </p:nvGrpSpPr>
        <p:grpSpPr>
          <a:xfrm>
            <a:off x="1258655" y="4229632"/>
            <a:ext cx="4837346" cy="351525"/>
            <a:chOff x="1102584" y="3185995"/>
            <a:chExt cx="4993416" cy="35152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F142ECA-C4B2-427E-B635-6198E03C0F08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9A6D418-D91B-4EBE-A2F0-FF449D2774EB}"/>
                </a:ext>
              </a:extLst>
            </p:cNvPr>
            <p:cNvSpPr txBox="1"/>
            <p:nvPr/>
          </p:nvSpPr>
          <p:spPr>
            <a:xfrm>
              <a:off x="1102584" y="3185995"/>
              <a:ext cx="41689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3D2F16E-A0F1-4D41-BADE-B13F12752F95}"/>
              </a:ext>
            </a:extLst>
          </p:cNvPr>
          <p:cNvGrpSpPr/>
          <p:nvPr/>
        </p:nvGrpSpPr>
        <p:grpSpPr>
          <a:xfrm>
            <a:off x="1881188" y="5431248"/>
            <a:ext cx="4214812" cy="279494"/>
            <a:chOff x="1745203" y="3322076"/>
            <a:chExt cx="4350797" cy="279494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0C8E18D-2AC1-4825-8C0E-CF7EC458E063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31EBA62-5118-4543-B7D0-F98139DE2481}"/>
                </a:ext>
              </a:extLst>
            </p:cNvPr>
            <p:cNvSpPr txBox="1"/>
            <p:nvPr/>
          </p:nvSpPr>
          <p:spPr>
            <a:xfrm>
              <a:off x="1745203" y="3324571"/>
              <a:ext cx="41689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0E901FF-E953-4A7D-B142-B601EC6E4CFA}"/>
              </a:ext>
            </a:extLst>
          </p:cNvPr>
          <p:cNvGrpSpPr/>
          <p:nvPr/>
        </p:nvGrpSpPr>
        <p:grpSpPr>
          <a:xfrm>
            <a:off x="1259448" y="3102648"/>
            <a:ext cx="285750" cy="287338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69" name="Freeform 497">
              <a:extLst>
                <a:ext uri="{FF2B5EF4-FFF2-40B4-BE49-F238E27FC236}">
                  <a16:creationId xmlns:a16="http://schemas.microsoft.com/office/drawing/2014/main" id="{43D67131-4DF4-4BAE-9BB3-21A08569E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98">
              <a:extLst>
                <a:ext uri="{FF2B5EF4-FFF2-40B4-BE49-F238E27FC236}">
                  <a16:creationId xmlns:a16="http://schemas.microsoft.com/office/drawing/2014/main" id="{2AB6BA2C-93C6-4B11-BC91-E06E656274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99">
              <a:extLst>
                <a:ext uri="{FF2B5EF4-FFF2-40B4-BE49-F238E27FC236}">
                  <a16:creationId xmlns:a16="http://schemas.microsoft.com/office/drawing/2014/main" id="{6D843D43-752C-4483-BC6F-BE1EC3816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00">
              <a:extLst>
                <a:ext uri="{FF2B5EF4-FFF2-40B4-BE49-F238E27FC236}">
                  <a16:creationId xmlns:a16="http://schemas.microsoft.com/office/drawing/2014/main" id="{EDE4C377-C451-4FC0-B380-1FF03111E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01">
              <a:extLst>
                <a:ext uri="{FF2B5EF4-FFF2-40B4-BE49-F238E27FC236}">
                  <a16:creationId xmlns:a16="http://schemas.microsoft.com/office/drawing/2014/main" id="{1DECE233-4963-4C35-AF07-404C52279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02">
              <a:extLst>
                <a:ext uri="{FF2B5EF4-FFF2-40B4-BE49-F238E27FC236}">
                  <a16:creationId xmlns:a16="http://schemas.microsoft.com/office/drawing/2014/main" id="{64D1D302-0C61-4F9B-91CE-A7205845F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03">
              <a:extLst>
                <a:ext uri="{FF2B5EF4-FFF2-40B4-BE49-F238E27FC236}">
                  <a16:creationId xmlns:a16="http://schemas.microsoft.com/office/drawing/2014/main" id="{7E5C85AB-C3E1-47D2-9754-AD37E2ABB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04">
              <a:extLst>
                <a:ext uri="{FF2B5EF4-FFF2-40B4-BE49-F238E27FC236}">
                  <a16:creationId xmlns:a16="http://schemas.microsoft.com/office/drawing/2014/main" id="{F72D5716-8C32-4FB5-94EB-A4F094470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C246DA2-B6BF-4CDF-9C1A-4C9F9B2313AB}"/>
              </a:ext>
            </a:extLst>
          </p:cNvPr>
          <p:cNvGrpSpPr/>
          <p:nvPr/>
        </p:nvGrpSpPr>
        <p:grpSpPr>
          <a:xfrm>
            <a:off x="1258654" y="5252768"/>
            <a:ext cx="287338" cy="249238"/>
            <a:chOff x="2598738" y="2530475"/>
            <a:chExt cx="287338" cy="249238"/>
          </a:xfrm>
          <a:solidFill>
            <a:schemeClr val="bg1"/>
          </a:solidFill>
        </p:grpSpPr>
        <p:sp>
          <p:nvSpPr>
            <p:cNvPr id="78" name="Freeform 527">
              <a:extLst>
                <a:ext uri="{FF2B5EF4-FFF2-40B4-BE49-F238E27FC236}">
                  <a16:creationId xmlns:a16="http://schemas.microsoft.com/office/drawing/2014/main" id="{FA9ACF01-C780-4D6F-8A1F-75B49E1DB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888" y="2625725"/>
              <a:ext cx="123825" cy="134938"/>
            </a:xfrm>
            <a:custGeom>
              <a:avLst/>
              <a:gdLst>
                <a:gd name="T0" fmla="*/ 187 w 391"/>
                <a:gd name="T1" fmla="*/ 0 h 421"/>
                <a:gd name="T2" fmla="*/ 172 w 391"/>
                <a:gd name="T3" fmla="*/ 19 h 421"/>
                <a:gd name="T4" fmla="*/ 155 w 391"/>
                <a:gd name="T5" fmla="*/ 36 h 421"/>
                <a:gd name="T6" fmla="*/ 135 w 391"/>
                <a:gd name="T7" fmla="*/ 52 h 421"/>
                <a:gd name="T8" fmla="*/ 113 w 391"/>
                <a:gd name="T9" fmla="*/ 65 h 421"/>
                <a:gd name="T10" fmla="*/ 91 w 391"/>
                <a:gd name="T11" fmla="*/ 76 h 421"/>
                <a:gd name="T12" fmla="*/ 67 w 391"/>
                <a:gd name="T13" fmla="*/ 83 h 421"/>
                <a:gd name="T14" fmla="*/ 41 w 391"/>
                <a:gd name="T15" fmla="*/ 89 h 421"/>
                <a:gd name="T16" fmla="*/ 15 w 391"/>
                <a:gd name="T17" fmla="*/ 90 h 421"/>
                <a:gd name="T18" fmla="*/ 0 w 391"/>
                <a:gd name="T19" fmla="*/ 89 h 421"/>
                <a:gd name="T20" fmla="*/ 1 w 391"/>
                <a:gd name="T21" fmla="*/ 410 h 421"/>
                <a:gd name="T22" fmla="*/ 3 w 391"/>
                <a:gd name="T23" fmla="*/ 415 h 421"/>
                <a:gd name="T24" fmla="*/ 6 w 391"/>
                <a:gd name="T25" fmla="*/ 418 h 421"/>
                <a:gd name="T26" fmla="*/ 11 w 391"/>
                <a:gd name="T27" fmla="*/ 421 h 421"/>
                <a:gd name="T28" fmla="*/ 77 w 391"/>
                <a:gd name="T29" fmla="*/ 421 h 421"/>
                <a:gd name="T30" fmla="*/ 75 w 391"/>
                <a:gd name="T31" fmla="*/ 406 h 421"/>
                <a:gd name="T32" fmla="*/ 77 w 391"/>
                <a:gd name="T33" fmla="*/ 385 h 421"/>
                <a:gd name="T34" fmla="*/ 83 w 391"/>
                <a:gd name="T35" fmla="*/ 366 h 421"/>
                <a:gd name="T36" fmla="*/ 93 w 391"/>
                <a:gd name="T37" fmla="*/ 347 h 421"/>
                <a:gd name="T38" fmla="*/ 106 w 391"/>
                <a:gd name="T39" fmla="*/ 331 h 421"/>
                <a:gd name="T40" fmla="*/ 122 w 391"/>
                <a:gd name="T41" fmla="*/ 318 h 421"/>
                <a:gd name="T42" fmla="*/ 139 w 391"/>
                <a:gd name="T43" fmla="*/ 309 h 421"/>
                <a:gd name="T44" fmla="*/ 159 w 391"/>
                <a:gd name="T45" fmla="*/ 303 h 421"/>
                <a:gd name="T46" fmla="*/ 181 w 391"/>
                <a:gd name="T47" fmla="*/ 301 h 421"/>
                <a:gd name="T48" fmla="*/ 201 w 391"/>
                <a:gd name="T49" fmla="*/ 303 h 421"/>
                <a:gd name="T50" fmla="*/ 222 w 391"/>
                <a:gd name="T51" fmla="*/ 309 h 421"/>
                <a:gd name="T52" fmla="*/ 240 w 391"/>
                <a:gd name="T53" fmla="*/ 318 h 421"/>
                <a:gd name="T54" fmla="*/ 255 w 391"/>
                <a:gd name="T55" fmla="*/ 331 h 421"/>
                <a:gd name="T56" fmla="*/ 268 w 391"/>
                <a:gd name="T57" fmla="*/ 347 h 421"/>
                <a:gd name="T58" fmla="*/ 277 w 391"/>
                <a:gd name="T59" fmla="*/ 366 h 421"/>
                <a:gd name="T60" fmla="*/ 284 w 391"/>
                <a:gd name="T61" fmla="*/ 385 h 421"/>
                <a:gd name="T62" fmla="*/ 286 w 391"/>
                <a:gd name="T63" fmla="*/ 406 h 421"/>
                <a:gd name="T64" fmla="*/ 285 w 391"/>
                <a:gd name="T65" fmla="*/ 421 h 421"/>
                <a:gd name="T66" fmla="*/ 379 w 391"/>
                <a:gd name="T67" fmla="*/ 420 h 421"/>
                <a:gd name="T68" fmla="*/ 385 w 391"/>
                <a:gd name="T69" fmla="*/ 418 h 421"/>
                <a:gd name="T70" fmla="*/ 389 w 391"/>
                <a:gd name="T71" fmla="*/ 415 h 421"/>
                <a:gd name="T72" fmla="*/ 391 w 391"/>
                <a:gd name="T73" fmla="*/ 410 h 421"/>
                <a:gd name="T74" fmla="*/ 391 w 391"/>
                <a:gd name="T75" fmla="*/ 15 h 421"/>
                <a:gd name="T76" fmla="*/ 390 w 391"/>
                <a:gd name="T77" fmla="*/ 8 h 421"/>
                <a:gd name="T78" fmla="*/ 387 w 391"/>
                <a:gd name="T79" fmla="*/ 4 h 421"/>
                <a:gd name="T80" fmla="*/ 382 w 391"/>
                <a:gd name="T81" fmla="*/ 1 h 421"/>
                <a:gd name="T82" fmla="*/ 376 w 391"/>
                <a:gd name="T83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1" h="421">
                  <a:moveTo>
                    <a:pt x="376" y="0"/>
                  </a:moveTo>
                  <a:lnTo>
                    <a:pt x="187" y="0"/>
                  </a:lnTo>
                  <a:lnTo>
                    <a:pt x="180" y="9"/>
                  </a:lnTo>
                  <a:lnTo>
                    <a:pt x="172" y="19"/>
                  </a:lnTo>
                  <a:lnTo>
                    <a:pt x="164" y="28"/>
                  </a:lnTo>
                  <a:lnTo>
                    <a:pt x="155" y="36"/>
                  </a:lnTo>
                  <a:lnTo>
                    <a:pt x="145" y="45"/>
                  </a:lnTo>
                  <a:lnTo>
                    <a:pt x="135" y="52"/>
                  </a:lnTo>
                  <a:lnTo>
                    <a:pt x="125" y="59"/>
                  </a:lnTo>
                  <a:lnTo>
                    <a:pt x="113" y="65"/>
                  </a:lnTo>
                  <a:lnTo>
                    <a:pt x="103" y="71"/>
                  </a:lnTo>
                  <a:lnTo>
                    <a:pt x="91" y="76"/>
                  </a:lnTo>
                  <a:lnTo>
                    <a:pt x="79" y="80"/>
                  </a:lnTo>
                  <a:lnTo>
                    <a:pt x="67" y="83"/>
                  </a:lnTo>
                  <a:lnTo>
                    <a:pt x="54" y="87"/>
                  </a:lnTo>
                  <a:lnTo>
                    <a:pt x="41" y="89"/>
                  </a:lnTo>
                  <a:lnTo>
                    <a:pt x="29" y="90"/>
                  </a:lnTo>
                  <a:lnTo>
                    <a:pt x="15" y="90"/>
                  </a:lnTo>
                  <a:lnTo>
                    <a:pt x="7" y="90"/>
                  </a:lnTo>
                  <a:lnTo>
                    <a:pt x="0" y="89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8"/>
                  </a:lnTo>
                  <a:lnTo>
                    <a:pt x="9" y="420"/>
                  </a:lnTo>
                  <a:lnTo>
                    <a:pt x="11" y="421"/>
                  </a:lnTo>
                  <a:lnTo>
                    <a:pt x="15" y="421"/>
                  </a:lnTo>
                  <a:lnTo>
                    <a:pt x="77" y="421"/>
                  </a:lnTo>
                  <a:lnTo>
                    <a:pt x="76" y="414"/>
                  </a:lnTo>
                  <a:lnTo>
                    <a:pt x="75" y="406"/>
                  </a:lnTo>
                  <a:lnTo>
                    <a:pt x="76" y="396"/>
                  </a:lnTo>
                  <a:lnTo>
                    <a:pt x="77" y="385"/>
                  </a:lnTo>
                  <a:lnTo>
                    <a:pt x="80" y="375"/>
                  </a:lnTo>
                  <a:lnTo>
                    <a:pt x="83" y="366"/>
                  </a:lnTo>
                  <a:lnTo>
                    <a:pt x="88" y="356"/>
                  </a:lnTo>
                  <a:lnTo>
                    <a:pt x="93" y="347"/>
                  </a:lnTo>
                  <a:lnTo>
                    <a:pt x="99" y="339"/>
                  </a:lnTo>
                  <a:lnTo>
                    <a:pt x="106" y="331"/>
                  </a:lnTo>
                  <a:lnTo>
                    <a:pt x="113" y="325"/>
                  </a:lnTo>
                  <a:lnTo>
                    <a:pt x="122" y="318"/>
                  </a:lnTo>
                  <a:lnTo>
                    <a:pt x="130" y="313"/>
                  </a:lnTo>
                  <a:lnTo>
                    <a:pt x="139" y="309"/>
                  </a:lnTo>
                  <a:lnTo>
                    <a:pt x="150" y="305"/>
                  </a:lnTo>
                  <a:lnTo>
                    <a:pt x="159" y="303"/>
                  </a:lnTo>
                  <a:lnTo>
                    <a:pt x="170" y="301"/>
                  </a:lnTo>
                  <a:lnTo>
                    <a:pt x="181" y="301"/>
                  </a:lnTo>
                  <a:lnTo>
                    <a:pt x="192" y="301"/>
                  </a:lnTo>
                  <a:lnTo>
                    <a:pt x="201" y="303"/>
                  </a:lnTo>
                  <a:lnTo>
                    <a:pt x="212" y="305"/>
                  </a:lnTo>
                  <a:lnTo>
                    <a:pt x="222" y="309"/>
                  </a:lnTo>
                  <a:lnTo>
                    <a:pt x="230" y="313"/>
                  </a:lnTo>
                  <a:lnTo>
                    <a:pt x="240" y="318"/>
                  </a:lnTo>
                  <a:lnTo>
                    <a:pt x="247" y="325"/>
                  </a:lnTo>
                  <a:lnTo>
                    <a:pt x="255" y="331"/>
                  </a:lnTo>
                  <a:lnTo>
                    <a:pt x="261" y="339"/>
                  </a:lnTo>
                  <a:lnTo>
                    <a:pt x="268" y="347"/>
                  </a:lnTo>
                  <a:lnTo>
                    <a:pt x="273" y="356"/>
                  </a:lnTo>
                  <a:lnTo>
                    <a:pt x="277" y="366"/>
                  </a:lnTo>
                  <a:lnTo>
                    <a:pt x="282" y="375"/>
                  </a:lnTo>
                  <a:lnTo>
                    <a:pt x="284" y="385"/>
                  </a:lnTo>
                  <a:lnTo>
                    <a:pt x="285" y="396"/>
                  </a:lnTo>
                  <a:lnTo>
                    <a:pt x="286" y="406"/>
                  </a:lnTo>
                  <a:lnTo>
                    <a:pt x="286" y="414"/>
                  </a:lnTo>
                  <a:lnTo>
                    <a:pt x="285" y="421"/>
                  </a:lnTo>
                  <a:lnTo>
                    <a:pt x="376" y="421"/>
                  </a:lnTo>
                  <a:lnTo>
                    <a:pt x="379" y="420"/>
                  </a:lnTo>
                  <a:lnTo>
                    <a:pt x="382" y="420"/>
                  </a:lnTo>
                  <a:lnTo>
                    <a:pt x="385" y="418"/>
                  </a:lnTo>
                  <a:lnTo>
                    <a:pt x="387" y="417"/>
                  </a:lnTo>
                  <a:lnTo>
                    <a:pt x="389" y="415"/>
                  </a:lnTo>
                  <a:lnTo>
                    <a:pt x="390" y="412"/>
                  </a:lnTo>
                  <a:lnTo>
                    <a:pt x="391" y="410"/>
                  </a:lnTo>
                  <a:lnTo>
                    <a:pt x="391" y="406"/>
                  </a:lnTo>
                  <a:lnTo>
                    <a:pt x="391" y="15"/>
                  </a:lnTo>
                  <a:lnTo>
                    <a:pt x="391" y="12"/>
                  </a:lnTo>
                  <a:lnTo>
                    <a:pt x="390" y="8"/>
                  </a:lnTo>
                  <a:lnTo>
                    <a:pt x="389" y="6"/>
                  </a:lnTo>
                  <a:lnTo>
                    <a:pt x="387" y="4"/>
                  </a:lnTo>
                  <a:lnTo>
                    <a:pt x="385" y="2"/>
                  </a:lnTo>
                  <a:lnTo>
                    <a:pt x="382" y="1"/>
                  </a:lnTo>
                  <a:lnTo>
                    <a:pt x="37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28">
              <a:extLst>
                <a:ext uri="{FF2B5EF4-FFF2-40B4-BE49-F238E27FC236}">
                  <a16:creationId xmlns:a16="http://schemas.microsoft.com/office/drawing/2014/main" id="{F5F10343-BB84-44FF-A6B4-AD1BD587B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738" y="2692400"/>
              <a:ext cx="47625" cy="9525"/>
            </a:xfrm>
            <a:custGeom>
              <a:avLst/>
              <a:gdLst>
                <a:gd name="T0" fmla="*/ 136 w 151"/>
                <a:gd name="T1" fmla="*/ 0 h 30"/>
                <a:gd name="T2" fmla="*/ 15 w 151"/>
                <a:gd name="T3" fmla="*/ 0 h 30"/>
                <a:gd name="T4" fmla="*/ 12 w 151"/>
                <a:gd name="T5" fmla="*/ 1 h 30"/>
                <a:gd name="T6" fmla="*/ 9 w 151"/>
                <a:gd name="T7" fmla="*/ 1 h 30"/>
                <a:gd name="T8" fmla="*/ 7 w 151"/>
                <a:gd name="T9" fmla="*/ 3 h 30"/>
                <a:gd name="T10" fmla="*/ 5 w 151"/>
                <a:gd name="T11" fmla="*/ 4 h 30"/>
                <a:gd name="T12" fmla="*/ 3 w 151"/>
                <a:gd name="T13" fmla="*/ 6 h 30"/>
                <a:gd name="T14" fmla="*/ 2 w 151"/>
                <a:gd name="T15" fmla="*/ 10 h 30"/>
                <a:gd name="T16" fmla="*/ 0 w 151"/>
                <a:gd name="T17" fmla="*/ 13 h 30"/>
                <a:gd name="T18" fmla="*/ 0 w 151"/>
                <a:gd name="T19" fmla="*/ 15 h 30"/>
                <a:gd name="T20" fmla="*/ 0 w 151"/>
                <a:gd name="T21" fmla="*/ 18 h 30"/>
                <a:gd name="T22" fmla="*/ 2 w 151"/>
                <a:gd name="T23" fmla="*/ 21 h 30"/>
                <a:gd name="T24" fmla="*/ 3 w 151"/>
                <a:gd name="T25" fmla="*/ 24 h 30"/>
                <a:gd name="T26" fmla="*/ 5 w 151"/>
                <a:gd name="T27" fmla="*/ 26 h 30"/>
                <a:gd name="T28" fmla="*/ 7 w 151"/>
                <a:gd name="T29" fmla="*/ 28 h 30"/>
                <a:gd name="T30" fmla="*/ 9 w 151"/>
                <a:gd name="T31" fmla="*/ 29 h 30"/>
                <a:gd name="T32" fmla="*/ 12 w 151"/>
                <a:gd name="T33" fmla="*/ 30 h 30"/>
                <a:gd name="T34" fmla="*/ 15 w 151"/>
                <a:gd name="T35" fmla="*/ 30 h 30"/>
                <a:gd name="T36" fmla="*/ 136 w 151"/>
                <a:gd name="T37" fmla="*/ 30 h 30"/>
                <a:gd name="T38" fmla="*/ 139 w 151"/>
                <a:gd name="T39" fmla="*/ 30 h 30"/>
                <a:gd name="T40" fmla="*/ 142 w 151"/>
                <a:gd name="T41" fmla="*/ 29 h 30"/>
                <a:gd name="T42" fmla="*/ 144 w 151"/>
                <a:gd name="T43" fmla="*/ 28 h 30"/>
                <a:gd name="T44" fmla="*/ 146 w 151"/>
                <a:gd name="T45" fmla="*/ 26 h 30"/>
                <a:gd name="T46" fmla="*/ 148 w 151"/>
                <a:gd name="T47" fmla="*/ 24 h 30"/>
                <a:gd name="T48" fmla="*/ 150 w 151"/>
                <a:gd name="T49" fmla="*/ 21 h 30"/>
                <a:gd name="T50" fmla="*/ 151 w 151"/>
                <a:gd name="T51" fmla="*/ 18 h 30"/>
                <a:gd name="T52" fmla="*/ 151 w 151"/>
                <a:gd name="T53" fmla="*/ 15 h 30"/>
                <a:gd name="T54" fmla="*/ 151 w 151"/>
                <a:gd name="T55" fmla="*/ 13 h 30"/>
                <a:gd name="T56" fmla="*/ 150 w 151"/>
                <a:gd name="T57" fmla="*/ 10 h 30"/>
                <a:gd name="T58" fmla="*/ 148 w 151"/>
                <a:gd name="T59" fmla="*/ 8 h 30"/>
                <a:gd name="T60" fmla="*/ 146 w 151"/>
                <a:gd name="T61" fmla="*/ 4 h 30"/>
                <a:gd name="T62" fmla="*/ 144 w 151"/>
                <a:gd name="T63" fmla="*/ 3 h 30"/>
                <a:gd name="T64" fmla="*/ 142 w 151"/>
                <a:gd name="T65" fmla="*/ 1 h 30"/>
                <a:gd name="T66" fmla="*/ 139 w 151"/>
                <a:gd name="T67" fmla="*/ 1 h 30"/>
                <a:gd name="T68" fmla="*/ 136 w 15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30">
                  <a:moveTo>
                    <a:pt x="136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36" y="30"/>
                  </a:lnTo>
                  <a:lnTo>
                    <a:pt x="139" y="30"/>
                  </a:lnTo>
                  <a:lnTo>
                    <a:pt x="142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50" y="21"/>
                  </a:lnTo>
                  <a:lnTo>
                    <a:pt x="151" y="18"/>
                  </a:lnTo>
                  <a:lnTo>
                    <a:pt x="151" y="15"/>
                  </a:lnTo>
                  <a:lnTo>
                    <a:pt x="151" y="13"/>
                  </a:lnTo>
                  <a:lnTo>
                    <a:pt x="150" y="10"/>
                  </a:lnTo>
                  <a:lnTo>
                    <a:pt x="148" y="8"/>
                  </a:lnTo>
                  <a:lnTo>
                    <a:pt x="146" y="4"/>
                  </a:lnTo>
                  <a:lnTo>
                    <a:pt x="144" y="3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29">
              <a:extLst>
                <a:ext uri="{FF2B5EF4-FFF2-40B4-BE49-F238E27FC236}">
                  <a16:creationId xmlns:a16="http://schemas.microsoft.com/office/drawing/2014/main" id="{E9EE7B6F-1201-46D8-98D2-FAC0A6E14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711450"/>
              <a:ext cx="28575" cy="11113"/>
            </a:xfrm>
            <a:custGeom>
              <a:avLst/>
              <a:gdLst>
                <a:gd name="T0" fmla="*/ 76 w 91"/>
                <a:gd name="T1" fmla="*/ 0 h 31"/>
                <a:gd name="T2" fmla="*/ 16 w 91"/>
                <a:gd name="T3" fmla="*/ 0 h 31"/>
                <a:gd name="T4" fmla="*/ 12 w 91"/>
                <a:gd name="T5" fmla="*/ 1 h 31"/>
                <a:gd name="T6" fmla="*/ 10 w 91"/>
                <a:gd name="T7" fmla="*/ 1 h 31"/>
                <a:gd name="T8" fmla="*/ 7 w 91"/>
                <a:gd name="T9" fmla="*/ 3 h 31"/>
                <a:gd name="T10" fmla="*/ 5 w 91"/>
                <a:gd name="T11" fmla="*/ 5 h 31"/>
                <a:gd name="T12" fmla="*/ 3 w 91"/>
                <a:gd name="T13" fmla="*/ 8 h 31"/>
                <a:gd name="T14" fmla="*/ 2 w 91"/>
                <a:gd name="T15" fmla="*/ 10 h 31"/>
                <a:gd name="T16" fmla="*/ 0 w 91"/>
                <a:gd name="T17" fmla="*/ 13 h 31"/>
                <a:gd name="T18" fmla="*/ 0 w 91"/>
                <a:gd name="T19" fmla="*/ 15 h 31"/>
                <a:gd name="T20" fmla="*/ 0 w 91"/>
                <a:gd name="T21" fmla="*/ 18 h 31"/>
                <a:gd name="T22" fmla="*/ 2 w 91"/>
                <a:gd name="T23" fmla="*/ 22 h 31"/>
                <a:gd name="T24" fmla="*/ 3 w 91"/>
                <a:gd name="T25" fmla="*/ 24 h 31"/>
                <a:gd name="T26" fmla="*/ 5 w 91"/>
                <a:gd name="T27" fmla="*/ 26 h 31"/>
                <a:gd name="T28" fmla="*/ 7 w 91"/>
                <a:gd name="T29" fmla="*/ 28 h 31"/>
                <a:gd name="T30" fmla="*/ 10 w 91"/>
                <a:gd name="T31" fmla="*/ 29 h 31"/>
                <a:gd name="T32" fmla="*/ 12 w 91"/>
                <a:gd name="T33" fmla="*/ 30 h 31"/>
                <a:gd name="T34" fmla="*/ 16 w 91"/>
                <a:gd name="T35" fmla="*/ 31 h 31"/>
                <a:gd name="T36" fmla="*/ 76 w 91"/>
                <a:gd name="T37" fmla="*/ 31 h 31"/>
                <a:gd name="T38" fmla="*/ 79 w 91"/>
                <a:gd name="T39" fmla="*/ 30 h 31"/>
                <a:gd name="T40" fmla="*/ 82 w 91"/>
                <a:gd name="T41" fmla="*/ 29 h 31"/>
                <a:gd name="T42" fmla="*/ 84 w 91"/>
                <a:gd name="T43" fmla="*/ 28 h 31"/>
                <a:gd name="T44" fmla="*/ 86 w 91"/>
                <a:gd name="T45" fmla="*/ 26 h 31"/>
                <a:gd name="T46" fmla="*/ 88 w 91"/>
                <a:gd name="T47" fmla="*/ 24 h 31"/>
                <a:gd name="T48" fmla="*/ 90 w 91"/>
                <a:gd name="T49" fmla="*/ 22 h 31"/>
                <a:gd name="T50" fmla="*/ 91 w 91"/>
                <a:gd name="T51" fmla="*/ 18 h 31"/>
                <a:gd name="T52" fmla="*/ 91 w 91"/>
                <a:gd name="T53" fmla="*/ 15 h 31"/>
                <a:gd name="T54" fmla="*/ 91 w 91"/>
                <a:gd name="T55" fmla="*/ 13 h 31"/>
                <a:gd name="T56" fmla="*/ 90 w 91"/>
                <a:gd name="T57" fmla="*/ 10 h 31"/>
                <a:gd name="T58" fmla="*/ 88 w 91"/>
                <a:gd name="T59" fmla="*/ 8 h 31"/>
                <a:gd name="T60" fmla="*/ 86 w 91"/>
                <a:gd name="T61" fmla="*/ 5 h 31"/>
                <a:gd name="T62" fmla="*/ 84 w 91"/>
                <a:gd name="T63" fmla="*/ 3 h 31"/>
                <a:gd name="T64" fmla="*/ 82 w 91"/>
                <a:gd name="T65" fmla="*/ 2 h 31"/>
                <a:gd name="T66" fmla="*/ 79 w 91"/>
                <a:gd name="T67" fmla="*/ 1 h 31"/>
                <a:gd name="T68" fmla="*/ 76 w 91"/>
                <a:gd name="T69" fmla="*/ 0 h 31"/>
                <a:gd name="T70" fmla="*/ 76 w 91"/>
                <a:gd name="T7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" h="31">
                  <a:moveTo>
                    <a:pt x="76" y="0"/>
                  </a:moveTo>
                  <a:lnTo>
                    <a:pt x="16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79" y="30"/>
                  </a:lnTo>
                  <a:lnTo>
                    <a:pt x="82" y="29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90" y="22"/>
                  </a:lnTo>
                  <a:lnTo>
                    <a:pt x="91" y="18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0" y="10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2" y="2"/>
                  </a:lnTo>
                  <a:lnTo>
                    <a:pt x="79" y="1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30">
              <a:extLst>
                <a:ext uri="{FF2B5EF4-FFF2-40B4-BE49-F238E27FC236}">
                  <a16:creationId xmlns:a16="http://schemas.microsoft.com/office/drawing/2014/main" id="{279771BB-5530-4821-80BC-30EBC2B6F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273208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1 w 60"/>
                <a:gd name="T5" fmla="*/ 0 h 30"/>
                <a:gd name="T6" fmla="*/ 9 w 60"/>
                <a:gd name="T7" fmla="*/ 1 h 30"/>
                <a:gd name="T8" fmla="*/ 6 w 60"/>
                <a:gd name="T9" fmla="*/ 2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7 h 30"/>
                <a:gd name="T22" fmla="*/ 1 w 60"/>
                <a:gd name="T23" fmla="*/ 21 h 30"/>
                <a:gd name="T24" fmla="*/ 2 w 60"/>
                <a:gd name="T25" fmla="*/ 23 h 30"/>
                <a:gd name="T26" fmla="*/ 4 w 60"/>
                <a:gd name="T27" fmla="*/ 26 h 30"/>
                <a:gd name="T28" fmla="*/ 6 w 60"/>
                <a:gd name="T29" fmla="*/ 27 h 30"/>
                <a:gd name="T30" fmla="*/ 9 w 60"/>
                <a:gd name="T31" fmla="*/ 29 h 30"/>
                <a:gd name="T32" fmla="*/ 11 w 60"/>
                <a:gd name="T33" fmla="*/ 29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29 h 30"/>
                <a:gd name="T40" fmla="*/ 51 w 60"/>
                <a:gd name="T41" fmla="*/ 29 h 30"/>
                <a:gd name="T42" fmla="*/ 53 w 60"/>
                <a:gd name="T43" fmla="*/ 27 h 30"/>
                <a:gd name="T44" fmla="*/ 55 w 60"/>
                <a:gd name="T45" fmla="*/ 26 h 30"/>
                <a:gd name="T46" fmla="*/ 57 w 60"/>
                <a:gd name="T47" fmla="*/ 23 h 30"/>
                <a:gd name="T48" fmla="*/ 59 w 60"/>
                <a:gd name="T49" fmla="*/ 21 h 30"/>
                <a:gd name="T50" fmla="*/ 60 w 60"/>
                <a:gd name="T51" fmla="*/ 17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7 w 60"/>
                <a:gd name="T59" fmla="*/ 7 h 30"/>
                <a:gd name="T60" fmla="*/ 55 w 60"/>
                <a:gd name="T61" fmla="*/ 5 h 30"/>
                <a:gd name="T62" fmla="*/ 53 w 60"/>
                <a:gd name="T63" fmla="*/ 2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6"/>
                  </a:lnTo>
                  <a:lnTo>
                    <a:pt x="57" y="23"/>
                  </a:lnTo>
                  <a:lnTo>
                    <a:pt x="59" y="21"/>
                  </a:lnTo>
                  <a:lnTo>
                    <a:pt x="60" y="17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31">
              <a:extLst>
                <a:ext uri="{FF2B5EF4-FFF2-40B4-BE49-F238E27FC236}">
                  <a16:creationId xmlns:a16="http://schemas.microsoft.com/office/drawing/2014/main" id="{BDB2903B-9562-441F-98F4-D2B894A2A7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0" y="2530475"/>
              <a:ext cx="114300" cy="114300"/>
            </a:xfrm>
            <a:custGeom>
              <a:avLst/>
              <a:gdLst>
                <a:gd name="T0" fmla="*/ 167 w 362"/>
                <a:gd name="T1" fmla="*/ 103 h 362"/>
                <a:gd name="T2" fmla="*/ 169 w 362"/>
                <a:gd name="T3" fmla="*/ 98 h 362"/>
                <a:gd name="T4" fmla="*/ 172 w 362"/>
                <a:gd name="T5" fmla="*/ 94 h 362"/>
                <a:gd name="T6" fmla="*/ 177 w 362"/>
                <a:gd name="T7" fmla="*/ 92 h 362"/>
                <a:gd name="T8" fmla="*/ 184 w 362"/>
                <a:gd name="T9" fmla="*/ 92 h 362"/>
                <a:gd name="T10" fmla="*/ 189 w 362"/>
                <a:gd name="T11" fmla="*/ 94 h 362"/>
                <a:gd name="T12" fmla="*/ 193 w 362"/>
                <a:gd name="T13" fmla="*/ 98 h 362"/>
                <a:gd name="T14" fmla="*/ 196 w 362"/>
                <a:gd name="T15" fmla="*/ 103 h 362"/>
                <a:gd name="T16" fmla="*/ 196 w 362"/>
                <a:gd name="T17" fmla="*/ 181 h 362"/>
                <a:gd name="T18" fmla="*/ 244 w 362"/>
                <a:gd name="T19" fmla="*/ 182 h 362"/>
                <a:gd name="T20" fmla="*/ 249 w 362"/>
                <a:gd name="T21" fmla="*/ 184 h 362"/>
                <a:gd name="T22" fmla="*/ 254 w 362"/>
                <a:gd name="T23" fmla="*/ 188 h 362"/>
                <a:gd name="T24" fmla="*/ 256 w 362"/>
                <a:gd name="T25" fmla="*/ 193 h 362"/>
                <a:gd name="T26" fmla="*/ 256 w 362"/>
                <a:gd name="T27" fmla="*/ 199 h 362"/>
                <a:gd name="T28" fmla="*/ 254 w 362"/>
                <a:gd name="T29" fmla="*/ 204 h 362"/>
                <a:gd name="T30" fmla="*/ 249 w 362"/>
                <a:gd name="T31" fmla="*/ 208 h 362"/>
                <a:gd name="T32" fmla="*/ 244 w 362"/>
                <a:gd name="T33" fmla="*/ 211 h 362"/>
                <a:gd name="T34" fmla="*/ 181 w 362"/>
                <a:gd name="T35" fmla="*/ 212 h 362"/>
                <a:gd name="T36" fmla="*/ 175 w 362"/>
                <a:gd name="T37" fmla="*/ 211 h 362"/>
                <a:gd name="T38" fmla="*/ 170 w 362"/>
                <a:gd name="T39" fmla="*/ 206 h 362"/>
                <a:gd name="T40" fmla="*/ 167 w 362"/>
                <a:gd name="T41" fmla="*/ 202 h 362"/>
                <a:gd name="T42" fmla="*/ 166 w 362"/>
                <a:gd name="T43" fmla="*/ 197 h 362"/>
                <a:gd name="T44" fmla="*/ 181 w 362"/>
                <a:gd name="T45" fmla="*/ 362 h 362"/>
                <a:gd name="T46" fmla="*/ 217 w 362"/>
                <a:gd name="T47" fmla="*/ 359 h 362"/>
                <a:gd name="T48" fmla="*/ 251 w 362"/>
                <a:gd name="T49" fmla="*/ 348 h 362"/>
                <a:gd name="T50" fmla="*/ 281 w 362"/>
                <a:gd name="T51" fmla="*/ 331 h 362"/>
                <a:gd name="T52" fmla="*/ 308 w 362"/>
                <a:gd name="T53" fmla="*/ 309 h 362"/>
                <a:gd name="T54" fmla="*/ 331 w 362"/>
                <a:gd name="T55" fmla="*/ 282 h 362"/>
                <a:gd name="T56" fmla="*/ 347 w 362"/>
                <a:gd name="T57" fmla="*/ 251 h 362"/>
                <a:gd name="T58" fmla="*/ 358 w 362"/>
                <a:gd name="T59" fmla="*/ 217 h 362"/>
                <a:gd name="T60" fmla="*/ 362 w 362"/>
                <a:gd name="T61" fmla="*/ 182 h 362"/>
                <a:gd name="T62" fmla="*/ 358 w 362"/>
                <a:gd name="T63" fmla="*/ 145 h 362"/>
                <a:gd name="T64" fmla="*/ 347 w 362"/>
                <a:gd name="T65" fmla="*/ 111 h 362"/>
                <a:gd name="T66" fmla="*/ 331 w 362"/>
                <a:gd name="T67" fmla="*/ 80 h 362"/>
                <a:gd name="T68" fmla="*/ 308 w 362"/>
                <a:gd name="T69" fmla="*/ 53 h 362"/>
                <a:gd name="T70" fmla="*/ 281 w 362"/>
                <a:gd name="T71" fmla="*/ 31 h 362"/>
                <a:gd name="T72" fmla="*/ 251 w 362"/>
                <a:gd name="T73" fmla="*/ 14 h 362"/>
                <a:gd name="T74" fmla="*/ 217 w 362"/>
                <a:gd name="T75" fmla="*/ 5 h 362"/>
                <a:gd name="T76" fmla="*/ 181 w 362"/>
                <a:gd name="T77" fmla="*/ 0 h 362"/>
                <a:gd name="T78" fmla="*/ 144 w 362"/>
                <a:gd name="T79" fmla="*/ 5 h 362"/>
                <a:gd name="T80" fmla="*/ 111 w 362"/>
                <a:gd name="T81" fmla="*/ 14 h 362"/>
                <a:gd name="T82" fmla="*/ 80 w 362"/>
                <a:gd name="T83" fmla="*/ 31 h 362"/>
                <a:gd name="T84" fmla="*/ 53 w 362"/>
                <a:gd name="T85" fmla="*/ 53 h 362"/>
                <a:gd name="T86" fmla="*/ 32 w 362"/>
                <a:gd name="T87" fmla="*/ 80 h 362"/>
                <a:gd name="T88" fmla="*/ 14 w 362"/>
                <a:gd name="T89" fmla="*/ 111 h 362"/>
                <a:gd name="T90" fmla="*/ 4 w 362"/>
                <a:gd name="T91" fmla="*/ 145 h 362"/>
                <a:gd name="T92" fmla="*/ 0 w 362"/>
                <a:gd name="T93" fmla="*/ 182 h 362"/>
                <a:gd name="T94" fmla="*/ 4 w 362"/>
                <a:gd name="T95" fmla="*/ 217 h 362"/>
                <a:gd name="T96" fmla="*/ 14 w 362"/>
                <a:gd name="T97" fmla="*/ 251 h 362"/>
                <a:gd name="T98" fmla="*/ 32 w 362"/>
                <a:gd name="T99" fmla="*/ 282 h 362"/>
                <a:gd name="T100" fmla="*/ 53 w 362"/>
                <a:gd name="T101" fmla="*/ 309 h 362"/>
                <a:gd name="T102" fmla="*/ 80 w 362"/>
                <a:gd name="T103" fmla="*/ 331 h 362"/>
                <a:gd name="T104" fmla="*/ 111 w 362"/>
                <a:gd name="T105" fmla="*/ 348 h 362"/>
                <a:gd name="T106" fmla="*/ 144 w 362"/>
                <a:gd name="T107" fmla="*/ 359 h 362"/>
                <a:gd name="T108" fmla="*/ 181 w 362"/>
                <a:gd name="T10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2" h="362">
                  <a:moveTo>
                    <a:pt x="166" y="105"/>
                  </a:moveTo>
                  <a:lnTo>
                    <a:pt x="167" y="103"/>
                  </a:lnTo>
                  <a:lnTo>
                    <a:pt x="167" y="100"/>
                  </a:lnTo>
                  <a:lnTo>
                    <a:pt x="169" y="98"/>
                  </a:lnTo>
                  <a:lnTo>
                    <a:pt x="170" y="95"/>
                  </a:lnTo>
                  <a:lnTo>
                    <a:pt x="172" y="94"/>
                  </a:lnTo>
                  <a:lnTo>
                    <a:pt x="175" y="92"/>
                  </a:lnTo>
                  <a:lnTo>
                    <a:pt x="177" y="92"/>
                  </a:lnTo>
                  <a:lnTo>
                    <a:pt x="181" y="90"/>
                  </a:lnTo>
                  <a:lnTo>
                    <a:pt x="184" y="92"/>
                  </a:lnTo>
                  <a:lnTo>
                    <a:pt x="187" y="92"/>
                  </a:lnTo>
                  <a:lnTo>
                    <a:pt x="189" y="94"/>
                  </a:lnTo>
                  <a:lnTo>
                    <a:pt x="191" y="95"/>
                  </a:lnTo>
                  <a:lnTo>
                    <a:pt x="193" y="98"/>
                  </a:lnTo>
                  <a:lnTo>
                    <a:pt x="195" y="100"/>
                  </a:lnTo>
                  <a:lnTo>
                    <a:pt x="196" y="103"/>
                  </a:lnTo>
                  <a:lnTo>
                    <a:pt x="196" y="105"/>
                  </a:lnTo>
                  <a:lnTo>
                    <a:pt x="196" y="181"/>
                  </a:lnTo>
                  <a:lnTo>
                    <a:pt x="241" y="181"/>
                  </a:lnTo>
                  <a:lnTo>
                    <a:pt x="244" y="182"/>
                  </a:lnTo>
                  <a:lnTo>
                    <a:pt x="247" y="183"/>
                  </a:lnTo>
                  <a:lnTo>
                    <a:pt x="249" y="184"/>
                  </a:lnTo>
                  <a:lnTo>
                    <a:pt x="251" y="186"/>
                  </a:lnTo>
                  <a:lnTo>
                    <a:pt x="254" y="188"/>
                  </a:lnTo>
                  <a:lnTo>
                    <a:pt x="255" y="190"/>
                  </a:lnTo>
                  <a:lnTo>
                    <a:pt x="256" y="193"/>
                  </a:lnTo>
                  <a:lnTo>
                    <a:pt x="256" y="197"/>
                  </a:lnTo>
                  <a:lnTo>
                    <a:pt x="256" y="199"/>
                  </a:lnTo>
                  <a:lnTo>
                    <a:pt x="255" y="202"/>
                  </a:lnTo>
                  <a:lnTo>
                    <a:pt x="254" y="204"/>
                  </a:lnTo>
                  <a:lnTo>
                    <a:pt x="251" y="206"/>
                  </a:lnTo>
                  <a:lnTo>
                    <a:pt x="249" y="208"/>
                  </a:lnTo>
                  <a:lnTo>
                    <a:pt x="247" y="211"/>
                  </a:lnTo>
                  <a:lnTo>
                    <a:pt x="244" y="211"/>
                  </a:lnTo>
                  <a:lnTo>
                    <a:pt x="241" y="212"/>
                  </a:lnTo>
                  <a:lnTo>
                    <a:pt x="181" y="212"/>
                  </a:lnTo>
                  <a:lnTo>
                    <a:pt x="177" y="211"/>
                  </a:lnTo>
                  <a:lnTo>
                    <a:pt x="175" y="211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9" y="204"/>
                  </a:lnTo>
                  <a:lnTo>
                    <a:pt x="167" y="202"/>
                  </a:lnTo>
                  <a:lnTo>
                    <a:pt x="167" y="199"/>
                  </a:lnTo>
                  <a:lnTo>
                    <a:pt x="166" y="197"/>
                  </a:lnTo>
                  <a:lnTo>
                    <a:pt x="166" y="105"/>
                  </a:lnTo>
                  <a:close/>
                  <a:moveTo>
                    <a:pt x="181" y="362"/>
                  </a:moveTo>
                  <a:lnTo>
                    <a:pt x="200" y="361"/>
                  </a:lnTo>
                  <a:lnTo>
                    <a:pt x="217" y="359"/>
                  </a:lnTo>
                  <a:lnTo>
                    <a:pt x="234" y="353"/>
                  </a:lnTo>
                  <a:lnTo>
                    <a:pt x="251" y="348"/>
                  </a:lnTo>
                  <a:lnTo>
                    <a:pt x="268" y="340"/>
                  </a:lnTo>
                  <a:lnTo>
                    <a:pt x="281" y="331"/>
                  </a:lnTo>
                  <a:lnTo>
                    <a:pt x="295" y="320"/>
                  </a:lnTo>
                  <a:lnTo>
                    <a:pt x="308" y="309"/>
                  </a:lnTo>
                  <a:lnTo>
                    <a:pt x="320" y="296"/>
                  </a:lnTo>
                  <a:lnTo>
                    <a:pt x="331" y="282"/>
                  </a:lnTo>
                  <a:lnTo>
                    <a:pt x="339" y="267"/>
                  </a:lnTo>
                  <a:lnTo>
                    <a:pt x="347" y="251"/>
                  </a:lnTo>
                  <a:lnTo>
                    <a:pt x="353" y="235"/>
                  </a:lnTo>
                  <a:lnTo>
                    <a:pt x="358" y="217"/>
                  </a:lnTo>
                  <a:lnTo>
                    <a:pt x="361" y="200"/>
                  </a:lnTo>
                  <a:lnTo>
                    <a:pt x="362" y="182"/>
                  </a:lnTo>
                  <a:lnTo>
                    <a:pt x="361" y="162"/>
                  </a:lnTo>
                  <a:lnTo>
                    <a:pt x="358" y="145"/>
                  </a:lnTo>
                  <a:lnTo>
                    <a:pt x="353" y="127"/>
                  </a:lnTo>
                  <a:lnTo>
                    <a:pt x="347" y="111"/>
                  </a:lnTo>
                  <a:lnTo>
                    <a:pt x="339" y="95"/>
                  </a:lnTo>
                  <a:lnTo>
                    <a:pt x="331" y="80"/>
                  </a:lnTo>
                  <a:lnTo>
                    <a:pt x="320" y="66"/>
                  </a:lnTo>
                  <a:lnTo>
                    <a:pt x="308" y="53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8" y="22"/>
                  </a:lnTo>
                  <a:lnTo>
                    <a:pt x="251" y="14"/>
                  </a:lnTo>
                  <a:lnTo>
                    <a:pt x="234" y="9"/>
                  </a:lnTo>
                  <a:lnTo>
                    <a:pt x="217" y="5"/>
                  </a:lnTo>
                  <a:lnTo>
                    <a:pt x="200" y="1"/>
                  </a:lnTo>
                  <a:lnTo>
                    <a:pt x="181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7" y="9"/>
                  </a:lnTo>
                  <a:lnTo>
                    <a:pt x="111" y="14"/>
                  </a:lnTo>
                  <a:lnTo>
                    <a:pt x="95" y="22"/>
                  </a:lnTo>
                  <a:lnTo>
                    <a:pt x="80" y="31"/>
                  </a:lnTo>
                  <a:lnTo>
                    <a:pt x="66" y="42"/>
                  </a:lnTo>
                  <a:lnTo>
                    <a:pt x="53" y="53"/>
                  </a:lnTo>
                  <a:lnTo>
                    <a:pt x="41" y="66"/>
                  </a:lnTo>
                  <a:lnTo>
                    <a:pt x="32" y="80"/>
                  </a:lnTo>
                  <a:lnTo>
                    <a:pt x="22" y="95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4" y="145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200"/>
                  </a:lnTo>
                  <a:lnTo>
                    <a:pt x="4" y="217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2" y="267"/>
                  </a:lnTo>
                  <a:lnTo>
                    <a:pt x="32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6" y="320"/>
                  </a:lnTo>
                  <a:lnTo>
                    <a:pt x="80" y="331"/>
                  </a:lnTo>
                  <a:lnTo>
                    <a:pt x="95" y="340"/>
                  </a:lnTo>
                  <a:lnTo>
                    <a:pt x="111" y="348"/>
                  </a:lnTo>
                  <a:lnTo>
                    <a:pt x="127" y="353"/>
                  </a:lnTo>
                  <a:lnTo>
                    <a:pt x="144" y="359"/>
                  </a:lnTo>
                  <a:lnTo>
                    <a:pt x="162" y="361"/>
                  </a:lnTo>
                  <a:lnTo>
                    <a:pt x="181" y="3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32">
              <a:extLst>
                <a:ext uri="{FF2B5EF4-FFF2-40B4-BE49-F238E27FC236}">
                  <a16:creationId xmlns:a16="http://schemas.microsoft.com/office/drawing/2014/main" id="{0B2BE278-ECA6-46AA-8F01-5601655A9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225" y="2732088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38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8 w 150"/>
                <a:gd name="T11" fmla="*/ 39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8 w 150"/>
                <a:gd name="T21" fmla="*/ 111 h 150"/>
                <a:gd name="T22" fmla="*/ 17 w 150"/>
                <a:gd name="T23" fmla="*/ 123 h 150"/>
                <a:gd name="T24" fmla="*/ 27 w 150"/>
                <a:gd name="T25" fmla="*/ 133 h 150"/>
                <a:gd name="T26" fmla="*/ 38 w 150"/>
                <a:gd name="T27" fmla="*/ 141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0 w 150"/>
                <a:gd name="T37" fmla="*/ 141 h 150"/>
                <a:gd name="T38" fmla="*/ 122 w 150"/>
                <a:gd name="T39" fmla="*/ 133 h 150"/>
                <a:gd name="T40" fmla="*/ 133 w 150"/>
                <a:gd name="T41" fmla="*/ 123 h 150"/>
                <a:gd name="T42" fmla="*/ 140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0 w 150"/>
                <a:gd name="T53" fmla="*/ 39 h 150"/>
                <a:gd name="T54" fmla="*/ 133 w 150"/>
                <a:gd name="T55" fmla="*/ 27 h 150"/>
                <a:gd name="T56" fmla="*/ 122 w 150"/>
                <a:gd name="T57" fmla="*/ 17 h 150"/>
                <a:gd name="T58" fmla="*/ 110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1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8" y="39"/>
                  </a:lnTo>
                  <a:lnTo>
                    <a:pt x="5" y="45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8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1" y="128"/>
                  </a:lnTo>
                  <a:lnTo>
                    <a:pt x="27" y="133"/>
                  </a:lnTo>
                  <a:lnTo>
                    <a:pt x="32" y="138"/>
                  </a:lnTo>
                  <a:lnTo>
                    <a:pt x="38" y="141"/>
                  </a:lnTo>
                  <a:lnTo>
                    <a:pt x="45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4"/>
                  </a:lnTo>
                  <a:lnTo>
                    <a:pt x="110" y="141"/>
                  </a:lnTo>
                  <a:lnTo>
                    <a:pt x="117" y="138"/>
                  </a:lnTo>
                  <a:lnTo>
                    <a:pt x="122" y="133"/>
                  </a:lnTo>
                  <a:lnTo>
                    <a:pt x="127" y="128"/>
                  </a:lnTo>
                  <a:lnTo>
                    <a:pt x="133" y="123"/>
                  </a:lnTo>
                  <a:lnTo>
                    <a:pt x="137" y="117"/>
                  </a:lnTo>
                  <a:lnTo>
                    <a:pt x="140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33">
              <a:extLst>
                <a:ext uri="{FF2B5EF4-FFF2-40B4-BE49-F238E27FC236}">
                  <a16:creationId xmlns:a16="http://schemas.microsoft.com/office/drawing/2014/main" id="{B7F3E9E7-07C2-49F8-9B8F-C103B9CEFE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238" y="2654300"/>
              <a:ext cx="96838" cy="106363"/>
            </a:xfrm>
            <a:custGeom>
              <a:avLst/>
              <a:gdLst>
                <a:gd name="T0" fmla="*/ 30 w 301"/>
                <a:gd name="T1" fmla="*/ 30 h 331"/>
                <a:gd name="T2" fmla="*/ 250 w 301"/>
                <a:gd name="T3" fmla="*/ 150 h 331"/>
                <a:gd name="T4" fmla="*/ 301 w 301"/>
                <a:gd name="T5" fmla="*/ 165 h 331"/>
                <a:gd name="T6" fmla="*/ 300 w 301"/>
                <a:gd name="T7" fmla="*/ 161 h 331"/>
                <a:gd name="T8" fmla="*/ 300 w 301"/>
                <a:gd name="T9" fmla="*/ 160 h 331"/>
                <a:gd name="T10" fmla="*/ 297 w 301"/>
                <a:gd name="T11" fmla="*/ 155 h 331"/>
                <a:gd name="T12" fmla="*/ 297 w 301"/>
                <a:gd name="T13" fmla="*/ 155 h 331"/>
                <a:gd name="T14" fmla="*/ 144 w 301"/>
                <a:gd name="T15" fmla="*/ 2 h 331"/>
                <a:gd name="T16" fmla="*/ 138 w 301"/>
                <a:gd name="T17" fmla="*/ 0 h 331"/>
                <a:gd name="T18" fmla="*/ 15 w 301"/>
                <a:gd name="T19" fmla="*/ 0 h 331"/>
                <a:gd name="T20" fmla="*/ 10 w 301"/>
                <a:gd name="T21" fmla="*/ 1 h 331"/>
                <a:gd name="T22" fmla="*/ 4 w 301"/>
                <a:gd name="T23" fmla="*/ 4 h 331"/>
                <a:gd name="T24" fmla="*/ 1 w 301"/>
                <a:gd name="T25" fmla="*/ 10 h 331"/>
                <a:gd name="T26" fmla="*/ 0 w 301"/>
                <a:gd name="T27" fmla="*/ 15 h 331"/>
                <a:gd name="T28" fmla="*/ 0 w 301"/>
                <a:gd name="T29" fmla="*/ 316 h 331"/>
                <a:gd name="T30" fmla="*/ 1 w 301"/>
                <a:gd name="T31" fmla="*/ 322 h 331"/>
                <a:gd name="T32" fmla="*/ 4 w 301"/>
                <a:gd name="T33" fmla="*/ 327 h 331"/>
                <a:gd name="T34" fmla="*/ 10 w 301"/>
                <a:gd name="T35" fmla="*/ 330 h 331"/>
                <a:gd name="T36" fmla="*/ 15 w 301"/>
                <a:gd name="T37" fmla="*/ 331 h 331"/>
                <a:gd name="T38" fmla="*/ 31 w 301"/>
                <a:gd name="T39" fmla="*/ 324 h 331"/>
                <a:gd name="T40" fmla="*/ 31 w 301"/>
                <a:gd name="T41" fmla="*/ 306 h 331"/>
                <a:gd name="T42" fmla="*/ 35 w 301"/>
                <a:gd name="T43" fmla="*/ 285 h 331"/>
                <a:gd name="T44" fmla="*/ 43 w 301"/>
                <a:gd name="T45" fmla="*/ 266 h 331"/>
                <a:gd name="T46" fmla="*/ 55 w 301"/>
                <a:gd name="T47" fmla="*/ 249 h 331"/>
                <a:gd name="T48" fmla="*/ 69 w 301"/>
                <a:gd name="T49" fmla="*/ 235 h 331"/>
                <a:gd name="T50" fmla="*/ 86 w 301"/>
                <a:gd name="T51" fmla="*/ 223 h 331"/>
                <a:gd name="T52" fmla="*/ 104 w 301"/>
                <a:gd name="T53" fmla="*/ 215 h 331"/>
                <a:gd name="T54" fmla="*/ 126 w 301"/>
                <a:gd name="T55" fmla="*/ 211 h 331"/>
                <a:gd name="T56" fmla="*/ 147 w 301"/>
                <a:gd name="T57" fmla="*/ 211 h 331"/>
                <a:gd name="T58" fmla="*/ 167 w 301"/>
                <a:gd name="T59" fmla="*/ 215 h 331"/>
                <a:gd name="T60" fmla="*/ 186 w 301"/>
                <a:gd name="T61" fmla="*/ 223 h 331"/>
                <a:gd name="T62" fmla="*/ 203 w 301"/>
                <a:gd name="T63" fmla="*/ 235 h 331"/>
                <a:gd name="T64" fmla="*/ 217 w 301"/>
                <a:gd name="T65" fmla="*/ 249 h 331"/>
                <a:gd name="T66" fmla="*/ 229 w 301"/>
                <a:gd name="T67" fmla="*/ 266 h 331"/>
                <a:gd name="T68" fmla="*/ 236 w 301"/>
                <a:gd name="T69" fmla="*/ 285 h 331"/>
                <a:gd name="T70" fmla="*/ 240 w 301"/>
                <a:gd name="T71" fmla="*/ 306 h 331"/>
                <a:gd name="T72" fmla="*/ 241 w 301"/>
                <a:gd name="T73" fmla="*/ 324 h 331"/>
                <a:gd name="T74" fmla="*/ 286 w 301"/>
                <a:gd name="T75" fmla="*/ 331 h 331"/>
                <a:gd name="T76" fmla="*/ 292 w 301"/>
                <a:gd name="T77" fmla="*/ 330 h 331"/>
                <a:gd name="T78" fmla="*/ 297 w 301"/>
                <a:gd name="T79" fmla="*/ 327 h 331"/>
                <a:gd name="T80" fmla="*/ 300 w 301"/>
                <a:gd name="T81" fmla="*/ 322 h 331"/>
                <a:gd name="T82" fmla="*/ 301 w 301"/>
                <a:gd name="T83" fmla="*/ 316 h 331"/>
                <a:gd name="T84" fmla="*/ 301 w 301"/>
                <a:gd name="T85" fmla="*/ 16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331">
                  <a:moveTo>
                    <a:pt x="30" y="150"/>
                  </a:moveTo>
                  <a:lnTo>
                    <a:pt x="30" y="30"/>
                  </a:lnTo>
                  <a:lnTo>
                    <a:pt x="130" y="30"/>
                  </a:lnTo>
                  <a:lnTo>
                    <a:pt x="250" y="150"/>
                  </a:lnTo>
                  <a:lnTo>
                    <a:pt x="30" y="150"/>
                  </a:lnTo>
                  <a:close/>
                  <a:moveTo>
                    <a:pt x="301" y="165"/>
                  </a:moveTo>
                  <a:lnTo>
                    <a:pt x="300" y="163"/>
                  </a:lnTo>
                  <a:lnTo>
                    <a:pt x="300" y="161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8" y="156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147" y="4"/>
                  </a:lnTo>
                  <a:lnTo>
                    <a:pt x="144" y="2"/>
                  </a:lnTo>
                  <a:lnTo>
                    <a:pt x="142" y="1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65"/>
                  </a:lnTo>
                  <a:lnTo>
                    <a:pt x="0" y="316"/>
                  </a:lnTo>
                  <a:lnTo>
                    <a:pt x="1" y="320"/>
                  </a:lnTo>
                  <a:lnTo>
                    <a:pt x="1" y="322"/>
                  </a:lnTo>
                  <a:lnTo>
                    <a:pt x="3" y="325"/>
                  </a:lnTo>
                  <a:lnTo>
                    <a:pt x="4" y="327"/>
                  </a:lnTo>
                  <a:lnTo>
                    <a:pt x="7" y="328"/>
                  </a:lnTo>
                  <a:lnTo>
                    <a:pt x="10" y="330"/>
                  </a:lnTo>
                  <a:lnTo>
                    <a:pt x="12" y="331"/>
                  </a:lnTo>
                  <a:lnTo>
                    <a:pt x="15" y="331"/>
                  </a:lnTo>
                  <a:lnTo>
                    <a:pt x="31" y="331"/>
                  </a:lnTo>
                  <a:lnTo>
                    <a:pt x="31" y="324"/>
                  </a:lnTo>
                  <a:lnTo>
                    <a:pt x="30" y="316"/>
                  </a:lnTo>
                  <a:lnTo>
                    <a:pt x="31" y="306"/>
                  </a:lnTo>
                  <a:lnTo>
                    <a:pt x="32" y="295"/>
                  </a:lnTo>
                  <a:lnTo>
                    <a:pt x="35" y="285"/>
                  </a:lnTo>
                  <a:lnTo>
                    <a:pt x="39" y="276"/>
                  </a:lnTo>
                  <a:lnTo>
                    <a:pt x="43" y="266"/>
                  </a:lnTo>
                  <a:lnTo>
                    <a:pt x="48" y="257"/>
                  </a:lnTo>
                  <a:lnTo>
                    <a:pt x="55" y="249"/>
                  </a:lnTo>
                  <a:lnTo>
                    <a:pt x="61" y="241"/>
                  </a:lnTo>
                  <a:lnTo>
                    <a:pt x="69" y="235"/>
                  </a:lnTo>
                  <a:lnTo>
                    <a:pt x="77" y="228"/>
                  </a:lnTo>
                  <a:lnTo>
                    <a:pt x="86" y="223"/>
                  </a:lnTo>
                  <a:lnTo>
                    <a:pt x="94" y="219"/>
                  </a:lnTo>
                  <a:lnTo>
                    <a:pt x="104" y="215"/>
                  </a:lnTo>
                  <a:lnTo>
                    <a:pt x="115" y="213"/>
                  </a:lnTo>
                  <a:lnTo>
                    <a:pt x="126" y="211"/>
                  </a:lnTo>
                  <a:lnTo>
                    <a:pt x="136" y="211"/>
                  </a:lnTo>
                  <a:lnTo>
                    <a:pt x="147" y="211"/>
                  </a:lnTo>
                  <a:lnTo>
                    <a:pt x="157" y="213"/>
                  </a:lnTo>
                  <a:lnTo>
                    <a:pt x="167" y="215"/>
                  </a:lnTo>
                  <a:lnTo>
                    <a:pt x="177" y="219"/>
                  </a:lnTo>
                  <a:lnTo>
                    <a:pt x="186" y="223"/>
                  </a:lnTo>
                  <a:lnTo>
                    <a:pt x="194" y="228"/>
                  </a:lnTo>
                  <a:lnTo>
                    <a:pt x="203" y="235"/>
                  </a:lnTo>
                  <a:lnTo>
                    <a:pt x="210" y="241"/>
                  </a:lnTo>
                  <a:lnTo>
                    <a:pt x="217" y="249"/>
                  </a:lnTo>
                  <a:lnTo>
                    <a:pt x="223" y="257"/>
                  </a:lnTo>
                  <a:lnTo>
                    <a:pt x="229" y="266"/>
                  </a:lnTo>
                  <a:lnTo>
                    <a:pt x="233" y="276"/>
                  </a:lnTo>
                  <a:lnTo>
                    <a:pt x="236" y="285"/>
                  </a:lnTo>
                  <a:lnTo>
                    <a:pt x="239" y="295"/>
                  </a:lnTo>
                  <a:lnTo>
                    <a:pt x="240" y="306"/>
                  </a:lnTo>
                  <a:lnTo>
                    <a:pt x="241" y="316"/>
                  </a:lnTo>
                  <a:lnTo>
                    <a:pt x="241" y="324"/>
                  </a:lnTo>
                  <a:lnTo>
                    <a:pt x="240" y="331"/>
                  </a:lnTo>
                  <a:lnTo>
                    <a:pt x="286" y="331"/>
                  </a:lnTo>
                  <a:lnTo>
                    <a:pt x="290" y="330"/>
                  </a:lnTo>
                  <a:lnTo>
                    <a:pt x="292" y="330"/>
                  </a:lnTo>
                  <a:lnTo>
                    <a:pt x="295" y="328"/>
                  </a:lnTo>
                  <a:lnTo>
                    <a:pt x="297" y="327"/>
                  </a:lnTo>
                  <a:lnTo>
                    <a:pt x="299" y="325"/>
                  </a:lnTo>
                  <a:lnTo>
                    <a:pt x="300" y="322"/>
                  </a:lnTo>
                  <a:lnTo>
                    <a:pt x="301" y="320"/>
                  </a:lnTo>
                  <a:lnTo>
                    <a:pt x="301" y="316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30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34">
              <a:extLst>
                <a:ext uri="{FF2B5EF4-FFF2-40B4-BE49-F238E27FC236}">
                  <a16:creationId xmlns:a16="http://schemas.microsoft.com/office/drawing/2014/main" id="{22EBAC00-42AC-428A-AF25-784E80959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732088"/>
              <a:ext cx="49213" cy="47625"/>
            </a:xfrm>
            <a:custGeom>
              <a:avLst/>
              <a:gdLst>
                <a:gd name="T0" fmla="*/ 68 w 151"/>
                <a:gd name="T1" fmla="*/ 0 h 150"/>
                <a:gd name="T2" fmla="*/ 54 w 151"/>
                <a:gd name="T3" fmla="*/ 3 h 150"/>
                <a:gd name="T4" fmla="*/ 40 w 151"/>
                <a:gd name="T5" fmla="*/ 9 h 150"/>
                <a:gd name="T6" fmla="*/ 28 w 151"/>
                <a:gd name="T7" fmla="*/ 17 h 150"/>
                <a:gd name="T8" fmla="*/ 17 w 151"/>
                <a:gd name="T9" fmla="*/ 27 h 150"/>
                <a:gd name="T10" fmla="*/ 10 w 151"/>
                <a:gd name="T11" fmla="*/ 39 h 150"/>
                <a:gd name="T12" fmla="*/ 4 w 151"/>
                <a:gd name="T13" fmla="*/ 53 h 150"/>
                <a:gd name="T14" fmla="*/ 1 w 151"/>
                <a:gd name="T15" fmla="*/ 68 h 150"/>
                <a:gd name="T16" fmla="*/ 1 w 151"/>
                <a:gd name="T17" fmla="*/ 83 h 150"/>
                <a:gd name="T18" fmla="*/ 4 w 151"/>
                <a:gd name="T19" fmla="*/ 98 h 150"/>
                <a:gd name="T20" fmla="*/ 10 w 151"/>
                <a:gd name="T21" fmla="*/ 111 h 150"/>
                <a:gd name="T22" fmla="*/ 17 w 151"/>
                <a:gd name="T23" fmla="*/ 123 h 150"/>
                <a:gd name="T24" fmla="*/ 28 w 151"/>
                <a:gd name="T25" fmla="*/ 133 h 150"/>
                <a:gd name="T26" fmla="*/ 40 w 151"/>
                <a:gd name="T27" fmla="*/ 141 h 150"/>
                <a:gd name="T28" fmla="*/ 54 w 151"/>
                <a:gd name="T29" fmla="*/ 147 h 150"/>
                <a:gd name="T30" fmla="*/ 68 w 151"/>
                <a:gd name="T31" fmla="*/ 150 h 150"/>
                <a:gd name="T32" fmla="*/ 84 w 151"/>
                <a:gd name="T33" fmla="*/ 150 h 150"/>
                <a:gd name="T34" fmla="*/ 98 w 151"/>
                <a:gd name="T35" fmla="*/ 147 h 150"/>
                <a:gd name="T36" fmla="*/ 112 w 151"/>
                <a:gd name="T37" fmla="*/ 141 h 150"/>
                <a:gd name="T38" fmla="*/ 124 w 151"/>
                <a:gd name="T39" fmla="*/ 133 h 150"/>
                <a:gd name="T40" fmla="*/ 134 w 151"/>
                <a:gd name="T41" fmla="*/ 123 h 150"/>
                <a:gd name="T42" fmla="*/ 142 w 151"/>
                <a:gd name="T43" fmla="*/ 111 h 150"/>
                <a:gd name="T44" fmla="*/ 148 w 151"/>
                <a:gd name="T45" fmla="*/ 98 h 150"/>
                <a:gd name="T46" fmla="*/ 150 w 151"/>
                <a:gd name="T47" fmla="*/ 83 h 150"/>
                <a:gd name="T48" fmla="*/ 150 w 151"/>
                <a:gd name="T49" fmla="*/ 68 h 150"/>
                <a:gd name="T50" fmla="*/ 148 w 151"/>
                <a:gd name="T51" fmla="*/ 53 h 150"/>
                <a:gd name="T52" fmla="*/ 142 w 151"/>
                <a:gd name="T53" fmla="*/ 39 h 150"/>
                <a:gd name="T54" fmla="*/ 134 w 151"/>
                <a:gd name="T55" fmla="*/ 27 h 150"/>
                <a:gd name="T56" fmla="*/ 124 w 151"/>
                <a:gd name="T57" fmla="*/ 17 h 150"/>
                <a:gd name="T58" fmla="*/ 112 w 151"/>
                <a:gd name="T59" fmla="*/ 9 h 150"/>
                <a:gd name="T60" fmla="*/ 98 w 151"/>
                <a:gd name="T61" fmla="*/ 3 h 150"/>
                <a:gd name="T62" fmla="*/ 84 w 151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0">
                  <a:moveTo>
                    <a:pt x="76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7" y="45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7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3" y="128"/>
                  </a:lnTo>
                  <a:lnTo>
                    <a:pt x="28" y="133"/>
                  </a:lnTo>
                  <a:lnTo>
                    <a:pt x="33" y="138"/>
                  </a:lnTo>
                  <a:lnTo>
                    <a:pt x="40" y="141"/>
                  </a:lnTo>
                  <a:lnTo>
                    <a:pt x="46" y="144"/>
                  </a:lnTo>
                  <a:lnTo>
                    <a:pt x="54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6" y="150"/>
                  </a:lnTo>
                  <a:lnTo>
                    <a:pt x="84" y="150"/>
                  </a:lnTo>
                  <a:lnTo>
                    <a:pt x="91" y="149"/>
                  </a:lnTo>
                  <a:lnTo>
                    <a:pt x="98" y="147"/>
                  </a:lnTo>
                  <a:lnTo>
                    <a:pt x="105" y="144"/>
                  </a:lnTo>
                  <a:lnTo>
                    <a:pt x="112" y="141"/>
                  </a:lnTo>
                  <a:lnTo>
                    <a:pt x="118" y="138"/>
                  </a:lnTo>
                  <a:lnTo>
                    <a:pt x="124" y="133"/>
                  </a:lnTo>
                  <a:lnTo>
                    <a:pt x="129" y="128"/>
                  </a:lnTo>
                  <a:lnTo>
                    <a:pt x="134" y="123"/>
                  </a:lnTo>
                  <a:lnTo>
                    <a:pt x="139" y="117"/>
                  </a:lnTo>
                  <a:lnTo>
                    <a:pt x="142" y="111"/>
                  </a:lnTo>
                  <a:lnTo>
                    <a:pt x="145" y="104"/>
                  </a:lnTo>
                  <a:lnTo>
                    <a:pt x="148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1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8" y="53"/>
                  </a:lnTo>
                  <a:lnTo>
                    <a:pt x="145" y="45"/>
                  </a:lnTo>
                  <a:lnTo>
                    <a:pt x="142" y="39"/>
                  </a:lnTo>
                  <a:lnTo>
                    <a:pt x="139" y="33"/>
                  </a:lnTo>
                  <a:lnTo>
                    <a:pt x="134" y="27"/>
                  </a:lnTo>
                  <a:lnTo>
                    <a:pt x="129" y="22"/>
                  </a:lnTo>
                  <a:lnTo>
                    <a:pt x="124" y="17"/>
                  </a:lnTo>
                  <a:lnTo>
                    <a:pt x="118" y="13"/>
                  </a:lnTo>
                  <a:lnTo>
                    <a:pt x="112" y="9"/>
                  </a:lnTo>
                  <a:lnTo>
                    <a:pt x="105" y="6"/>
                  </a:lnTo>
                  <a:lnTo>
                    <a:pt x="98" y="3"/>
                  </a:lnTo>
                  <a:lnTo>
                    <a:pt x="91" y="1"/>
                  </a:lnTo>
                  <a:lnTo>
                    <a:pt x="84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074FF4B-B823-41CA-AAB4-D13D12CACFED}"/>
              </a:ext>
            </a:extLst>
          </p:cNvPr>
          <p:cNvGrpSpPr/>
          <p:nvPr/>
        </p:nvGrpSpPr>
        <p:grpSpPr>
          <a:xfrm>
            <a:off x="1258654" y="4187233"/>
            <a:ext cx="287338" cy="249238"/>
            <a:chOff x="3171825" y="2530475"/>
            <a:chExt cx="287338" cy="249238"/>
          </a:xfrm>
          <a:solidFill>
            <a:schemeClr val="bg1"/>
          </a:solidFill>
        </p:grpSpPr>
        <p:sp>
          <p:nvSpPr>
            <p:cNvPr id="87" name="Freeform 535">
              <a:extLst>
                <a:ext uri="{FF2B5EF4-FFF2-40B4-BE49-F238E27FC236}">
                  <a16:creationId xmlns:a16="http://schemas.microsoft.com/office/drawing/2014/main" id="{39FE822A-DCC1-42C3-A5D8-4512038C4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0400" y="2640013"/>
              <a:ext cx="230188" cy="139700"/>
            </a:xfrm>
            <a:custGeom>
              <a:avLst/>
              <a:gdLst>
                <a:gd name="T0" fmla="*/ 481 w 722"/>
                <a:gd name="T1" fmla="*/ 407 h 437"/>
                <a:gd name="T2" fmla="*/ 632 w 722"/>
                <a:gd name="T3" fmla="*/ 106 h 437"/>
                <a:gd name="T4" fmla="*/ 361 w 722"/>
                <a:gd name="T5" fmla="*/ 287 h 437"/>
                <a:gd name="T6" fmla="*/ 90 w 722"/>
                <a:gd name="T7" fmla="*/ 106 h 437"/>
                <a:gd name="T8" fmla="*/ 361 w 722"/>
                <a:gd name="T9" fmla="*/ 287 h 437"/>
                <a:gd name="T10" fmla="*/ 584 w 722"/>
                <a:gd name="T11" fmla="*/ 10 h 437"/>
                <a:gd name="T12" fmla="*/ 555 w 722"/>
                <a:gd name="T13" fmla="*/ 28 h 437"/>
                <a:gd name="T14" fmla="*/ 523 w 722"/>
                <a:gd name="T15" fmla="*/ 39 h 437"/>
                <a:gd name="T16" fmla="*/ 487 w 722"/>
                <a:gd name="T17" fmla="*/ 45 h 437"/>
                <a:gd name="T18" fmla="*/ 450 w 722"/>
                <a:gd name="T19" fmla="*/ 46 h 437"/>
                <a:gd name="T20" fmla="*/ 418 w 722"/>
                <a:gd name="T21" fmla="*/ 42 h 437"/>
                <a:gd name="T22" fmla="*/ 388 w 722"/>
                <a:gd name="T23" fmla="*/ 33 h 437"/>
                <a:gd name="T24" fmla="*/ 360 w 722"/>
                <a:gd name="T25" fmla="*/ 22 h 437"/>
                <a:gd name="T26" fmla="*/ 336 w 722"/>
                <a:gd name="T27" fmla="*/ 22 h 437"/>
                <a:gd name="T28" fmla="*/ 312 w 722"/>
                <a:gd name="T29" fmla="*/ 34 h 437"/>
                <a:gd name="T30" fmla="*/ 285 w 722"/>
                <a:gd name="T31" fmla="*/ 42 h 437"/>
                <a:gd name="T32" fmla="*/ 256 w 722"/>
                <a:gd name="T33" fmla="*/ 46 h 437"/>
                <a:gd name="T34" fmla="*/ 223 w 722"/>
                <a:gd name="T35" fmla="*/ 45 h 437"/>
                <a:gd name="T36" fmla="*/ 188 w 722"/>
                <a:gd name="T37" fmla="*/ 39 h 437"/>
                <a:gd name="T38" fmla="*/ 159 w 722"/>
                <a:gd name="T39" fmla="*/ 28 h 437"/>
                <a:gd name="T40" fmla="*/ 135 w 722"/>
                <a:gd name="T41" fmla="*/ 10 h 437"/>
                <a:gd name="T42" fmla="*/ 110 w 722"/>
                <a:gd name="T43" fmla="*/ 4 h 437"/>
                <a:gd name="T44" fmla="*/ 83 w 722"/>
                <a:gd name="T45" fmla="*/ 10 h 437"/>
                <a:gd name="T46" fmla="*/ 48 w 722"/>
                <a:gd name="T47" fmla="*/ 15 h 437"/>
                <a:gd name="T48" fmla="*/ 15 w 722"/>
                <a:gd name="T49" fmla="*/ 15 h 437"/>
                <a:gd name="T50" fmla="*/ 0 w 722"/>
                <a:gd name="T51" fmla="*/ 422 h 437"/>
                <a:gd name="T52" fmla="*/ 1 w 722"/>
                <a:gd name="T53" fmla="*/ 428 h 437"/>
                <a:gd name="T54" fmla="*/ 4 w 722"/>
                <a:gd name="T55" fmla="*/ 433 h 437"/>
                <a:gd name="T56" fmla="*/ 9 w 722"/>
                <a:gd name="T57" fmla="*/ 436 h 437"/>
                <a:gd name="T58" fmla="*/ 15 w 722"/>
                <a:gd name="T59" fmla="*/ 437 h 437"/>
                <a:gd name="T60" fmla="*/ 647 w 722"/>
                <a:gd name="T61" fmla="*/ 437 h 437"/>
                <a:gd name="T62" fmla="*/ 711 w 722"/>
                <a:gd name="T63" fmla="*/ 437 h 437"/>
                <a:gd name="T64" fmla="*/ 716 w 722"/>
                <a:gd name="T65" fmla="*/ 435 h 437"/>
                <a:gd name="T66" fmla="*/ 720 w 722"/>
                <a:gd name="T67" fmla="*/ 431 h 437"/>
                <a:gd name="T68" fmla="*/ 722 w 722"/>
                <a:gd name="T69" fmla="*/ 426 h 437"/>
                <a:gd name="T70" fmla="*/ 722 w 722"/>
                <a:gd name="T71" fmla="*/ 9 h 437"/>
                <a:gd name="T72" fmla="*/ 700 w 722"/>
                <a:gd name="T73" fmla="*/ 14 h 437"/>
                <a:gd name="T74" fmla="*/ 677 w 722"/>
                <a:gd name="T75" fmla="*/ 16 h 437"/>
                <a:gd name="T76" fmla="*/ 636 w 722"/>
                <a:gd name="T77" fmla="*/ 12 h 437"/>
                <a:gd name="T78" fmla="*/ 597 w 722"/>
                <a:gd name="T79" fmla="*/ 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22" h="437">
                  <a:moveTo>
                    <a:pt x="632" y="407"/>
                  </a:moveTo>
                  <a:lnTo>
                    <a:pt x="481" y="407"/>
                  </a:lnTo>
                  <a:lnTo>
                    <a:pt x="481" y="106"/>
                  </a:lnTo>
                  <a:lnTo>
                    <a:pt x="632" y="106"/>
                  </a:lnTo>
                  <a:lnTo>
                    <a:pt x="632" y="407"/>
                  </a:lnTo>
                  <a:close/>
                  <a:moveTo>
                    <a:pt x="361" y="287"/>
                  </a:moveTo>
                  <a:lnTo>
                    <a:pt x="90" y="287"/>
                  </a:lnTo>
                  <a:lnTo>
                    <a:pt x="90" y="106"/>
                  </a:lnTo>
                  <a:lnTo>
                    <a:pt x="361" y="106"/>
                  </a:lnTo>
                  <a:lnTo>
                    <a:pt x="361" y="287"/>
                  </a:lnTo>
                  <a:close/>
                  <a:moveTo>
                    <a:pt x="597" y="0"/>
                  </a:moveTo>
                  <a:lnTo>
                    <a:pt x="584" y="10"/>
                  </a:lnTo>
                  <a:lnTo>
                    <a:pt x="570" y="20"/>
                  </a:lnTo>
                  <a:lnTo>
                    <a:pt x="555" y="28"/>
                  </a:lnTo>
                  <a:lnTo>
                    <a:pt x="540" y="34"/>
                  </a:lnTo>
                  <a:lnTo>
                    <a:pt x="523" y="39"/>
                  </a:lnTo>
                  <a:lnTo>
                    <a:pt x="505" y="43"/>
                  </a:lnTo>
                  <a:lnTo>
                    <a:pt x="487" y="45"/>
                  </a:lnTo>
                  <a:lnTo>
                    <a:pt x="466" y="46"/>
                  </a:lnTo>
                  <a:lnTo>
                    <a:pt x="450" y="46"/>
                  </a:lnTo>
                  <a:lnTo>
                    <a:pt x="434" y="44"/>
                  </a:lnTo>
                  <a:lnTo>
                    <a:pt x="418" y="42"/>
                  </a:lnTo>
                  <a:lnTo>
                    <a:pt x="403" y="38"/>
                  </a:lnTo>
                  <a:lnTo>
                    <a:pt x="388" y="33"/>
                  </a:lnTo>
                  <a:lnTo>
                    <a:pt x="374" y="29"/>
                  </a:lnTo>
                  <a:lnTo>
                    <a:pt x="360" y="22"/>
                  </a:lnTo>
                  <a:lnTo>
                    <a:pt x="347" y="15"/>
                  </a:lnTo>
                  <a:lnTo>
                    <a:pt x="336" y="22"/>
                  </a:lnTo>
                  <a:lnTo>
                    <a:pt x="325" y="29"/>
                  </a:lnTo>
                  <a:lnTo>
                    <a:pt x="312" y="34"/>
                  </a:lnTo>
                  <a:lnTo>
                    <a:pt x="299" y="38"/>
                  </a:lnTo>
                  <a:lnTo>
                    <a:pt x="285" y="42"/>
                  </a:lnTo>
                  <a:lnTo>
                    <a:pt x="271" y="44"/>
                  </a:lnTo>
                  <a:lnTo>
                    <a:pt x="256" y="46"/>
                  </a:lnTo>
                  <a:lnTo>
                    <a:pt x="241" y="46"/>
                  </a:lnTo>
                  <a:lnTo>
                    <a:pt x="223" y="45"/>
                  </a:lnTo>
                  <a:lnTo>
                    <a:pt x="204" y="43"/>
                  </a:lnTo>
                  <a:lnTo>
                    <a:pt x="188" y="39"/>
                  </a:lnTo>
                  <a:lnTo>
                    <a:pt x="173" y="35"/>
                  </a:lnTo>
                  <a:lnTo>
                    <a:pt x="159" y="28"/>
                  </a:lnTo>
                  <a:lnTo>
                    <a:pt x="147" y="20"/>
                  </a:lnTo>
                  <a:lnTo>
                    <a:pt x="135" y="10"/>
                  </a:lnTo>
                  <a:lnTo>
                    <a:pt x="123" y="0"/>
                  </a:lnTo>
                  <a:lnTo>
                    <a:pt x="110" y="4"/>
                  </a:lnTo>
                  <a:lnTo>
                    <a:pt x="96" y="7"/>
                  </a:lnTo>
                  <a:lnTo>
                    <a:pt x="83" y="10"/>
                  </a:lnTo>
                  <a:lnTo>
                    <a:pt x="70" y="13"/>
                  </a:lnTo>
                  <a:lnTo>
                    <a:pt x="48" y="15"/>
                  </a:lnTo>
                  <a:lnTo>
                    <a:pt x="30" y="16"/>
                  </a:lnTo>
                  <a:lnTo>
                    <a:pt x="15" y="15"/>
                  </a:lnTo>
                  <a:lnTo>
                    <a:pt x="0" y="13"/>
                  </a:lnTo>
                  <a:lnTo>
                    <a:pt x="0" y="422"/>
                  </a:lnTo>
                  <a:lnTo>
                    <a:pt x="1" y="426"/>
                  </a:lnTo>
                  <a:lnTo>
                    <a:pt x="1" y="428"/>
                  </a:lnTo>
                  <a:lnTo>
                    <a:pt x="3" y="431"/>
                  </a:lnTo>
                  <a:lnTo>
                    <a:pt x="4" y="433"/>
                  </a:lnTo>
                  <a:lnTo>
                    <a:pt x="6" y="435"/>
                  </a:lnTo>
                  <a:lnTo>
                    <a:pt x="9" y="436"/>
                  </a:lnTo>
                  <a:lnTo>
                    <a:pt x="11" y="437"/>
                  </a:lnTo>
                  <a:lnTo>
                    <a:pt x="15" y="437"/>
                  </a:lnTo>
                  <a:lnTo>
                    <a:pt x="466" y="437"/>
                  </a:lnTo>
                  <a:lnTo>
                    <a:pt x="647" y="437"/>
                  </a:lnTo>
                  <a:lnTo>
                    <a:pt x="707" y="437"/>
                  </a:lnTo>
                  <a:lnTo>
                    <a:pt x="711" y="437"/>
                  </a:lnTo>
                  <a:lnTo>
                    <a:pt x="713" y="436"/>
                  </a:lnTo>
                  <a:lnTo>
                    <a:pt x="716" y="435"/>
                  </a:lnTo>
                  <a:lnTo>
                    <a:pt x="718" y="433"/>
                  </a:lnTo>
                  <a:lnTo>
                    <a:pt x="720" y="431"/>
                  </a:lnTo>
                  <a:lnTo>
                    <a:pt x="721" y="428"/>
                  </a:lnTo>
                  <a:lnTo>
                    <a:pt x="722" y="426"/>
                  </a:lnTo>
                  <a:lnTo>
                    <a:pt x="722" y="422"/>
                  </a:lnTo>
                  <a:lnTo>
                    <a:pt x="722" y="9"/>
                  </a:lnTo>
                  <a:lnTo>
                    <a:pt x="712" y="12"/>
                  </a:lnTo>
                  <a:lnTo>
                    <a:pt x="700" y="14"/>
                  </a:lnTo>
                  <a:lnTo>
                    <a:pt x="689" y="16"/>
                  </a:lnTo>
                  <a:lnTo>
                    <a:pt x="677" y="16"/>
                  </a:lnTo>
                  <a:lnTo>
                    <a:pt x="656" y="15"/>
                  </a:lnTo>
                  <a:lnTo>
                    <a:pt x="636" y="12"/>
                  </a:lnTo>
                  <a:lnTo>
                    <a:pt x="615" y="6"/>
                  </a:lnTo>
                  <a:lnTo>
                    <a:pt x="597" y="0"/>
                  </a:lnTo>
                  <a:lnTo>
                    <a:pt x="5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536">
              <a:extLst>
                <a:ext uri="{FF2B5EF4-FFF2-40B4-BE49-F238E27FC236}">
                  <a16:creationId xmlns:a16="http://schemas.microsoft.com/office/drawing/2014/main" id="{9FFFEA69-8BF8-4F07-8067-90AAB4AEF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488" y="2587625"/>
              <a:ext cx="66675" cy="47625"/>
            </a:xfrm>
            <a:custGeom>
              <a:avLst/>
              <a:gdLst>
                <a:gd name="T0" fmla="*/ 196 w 211"/>
                <a:gd name="T1" fmla="*/ 0 h 151"/>
                <a:gd name="T2" fmla="*/ 181 w 211"/>
                <a:gd name="T3" fmla="*/ 0 h 151"/>
                <a:gd name="T4" fmla="*/ 0 w 211"/>
                <a:gd name="T5" fmla="*/ 0 h 151"/>
                <a:gd name="T6" fmla="*/ 0 w 211"/>
                <a:gd name="T7" fmla="*/ 134 h 151"/>
                <a:gd name="T8" fmla="*/ 11 w 211"/>
                <a:gd name="T9" fmla="*/ 139 h 151"/>
                <a:gd name="T10" fmla="*/ 23 w 211"/>
                <a:gd name="T11" fmla="*/ 143 h 151"/>
                <a:gd name="T12" fmla="*/ 34 w 211"/>
                <a:gd name="T13" fmla="*/ 145 h 151"/>
                <a:gd name="T14" fmla="*/ 44 w 211"/>
                <a:gd name="T15" fmla="*/ 148 h 151"/>
                <a:gd name="T16" fmla="*/ 63 w 211"/>
                <a:gd name="T17" fmla="*/ 150 h 151"/>
                <a:gd name="T18" fmla="*/ 75 w 211"/>
                <a:gd name="T19" fmla="*/ 151 h 151"/>
                <a:gd name="T20" fmla="*/ 87 w 211"/>
                <a:gd name="T21" fmla="*/ 150 h 151"/>
                <a:gd name="T22" fmla="*/ 98 w 211"/>
                <a:gd name="T23" fmla="*/ 149 h 151"/>
                <a:gd name="T24" fmla="*/ 110 w 211"/>
                <a:gd name="T25" fmla="*/ 145 h 151"/>
                <a:gd name="T26" fmla="*/ 120 w 211"/>
                <a:gd name="T27" fmla="*/ 142 h 151"/>
                <a:gd name="T28" fmla="*/ 120 w 211"/>
                <a:gd name="T29" fmla="*/ 142 h 151"/>
                <a:gd name="T30" fmla="*/ 130 w 211"/>
                <a:gd name="T31" fmla="*/ 138 h 151"/>
                <a:gd name="T32" fmla="*/ 139 w 211"/>
                <a:gd name="T33" fmla="*/ 133 h 151"/>
                <a:gd name="T34" fmla="*/ 147 w 211"/>
                <a:gd name="T35" fmla="*/ 127 h 151"/>
                <a:gd name="T36" fmla="*/ 156 w 211"/>
                <a:gd name="T37" fmla="*/ 122 h 151"/>
                <a:gd name="T38" fmla="*/ 163 w 211"/>
                <a:gd name="T39" fmla="*/ 114 h 151"/>
                <a:gd name="T40" fmla="*/ 171 w 211"/>
                <a:gd name="T41" fmla="*/ 108 h 151"/>
                <a:gd name="T42" fmla="*/ 178 w 211"/>
                <a:gd name="T43" fmla="*/ 100 h 151"/>
                <a:gd name="T44" fmla="*/ 185 w 211"/>
                <a:gd name="T45" fmla="*/ 92 h 151"/>
                <a:gd name="T46" fmla="*/ 190 w 211"/>
                <a:gd name="T47" fmla="*/ 83 h 151"/>
                <a:gd name="T48" fmla="*/ 196 w 211"/>
                <a:gd name="T49" fmla="*/ 75 h 151"/>
                <a:gd name="T50" fmla="*/ 200 w 211"/>
                <a:gd name="T51" fmla="*/ 65 h 151"/>
                <a:gd name="T52" fmla="*/ 204 w 211"/>
                <a:gd name="T53" fmla="*/ 55 h 151"/>
                <a:gd name="T54" fmla="*/ 206 w 211"/>
                <a:gd name="T55" fmla="*/ 46 h 151"/>
                <a:gd name="T56" fmla="*/ 208 w 211"/>
                <a:gd name="T57" fmla="*/ 36 h 151"/>
                <a:gd name="T58" fmla="*/ 211 w 211"/>
                <a:gd name="T59" fmla="*/ 25 h 151"/>
                <a:gd name="T60" fmla="*/ 211 w 211"/>
                <a:gd name="T61" fmla="*/ 16 h 151"/>
                <a:gd name="T62" fmla="*/ 211 w 211"/>
                <a:gd name="T63" fmla="*/ 0 h 151"/>
                <a:gd name="T64" fmla="*/ 196 w 211"/>
                <a:gd name="T6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1" h="151">
                  <a:moveTo>
                    <a:pt x="196" y="0"/>
                  </a:moveTo>
                  <a:lnTo>
                    <a:pt x="181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11" y="139"/>
                  </a:lnTo>
                  <a:lnTo>
                    <a:pt x="23" y="143"/>
                  </a:lnTo>
                  <a:lnTo>
                    <a:pt x="34" y="145"/>
                  </a:lnTo>
                  <a:lnTo>
                    <a:pt x="44" y="148"/>
                  </a:lnTo>
                  <a:lnTo>
                    <a:pt x="63" y="150"/>
                  </a:lnTo>
                  <a:lnTo>
                    <a:pt x="75" y="151"/>
                  </a:lnTo>
                  <a:lnTo>
                    <a:pt x="87" y="150"/>
                  </a:lnTo>
                  <a:lnTo>
                    <a:pt x="98" y="149"/>
                  </a:lnTo>
                  <a:lnTo>
                    <a:pt x="110" y="145"/>
                  </a:lnTo>
                  <a:lnTo>
                    <a:pt x="120" y="142"/>
                  </a:lnTo>
                  <a:lnTo>
                    <a:pt x="120" y="142"/>
                  </a:lnTo>
                  <a:lnTo>
                    <a:pt x="130" y="138"/>
                  </a:lnTo>
                  <a:lnTo>
                    <a:pt x="139" y="133"/>
                  </a:lnTo>
                  <a:lnTo>
                    <a:pt x="147" y="127"/>
                  </a:lnTo>
                  <a:lnTo>
                    <a:pt x="156" y="122"/>
                  </a:lnTo>
                  <a:lnTo>
                    <a:pt x="163" y="114"/>
                  </a:lnTo>
                  <a:lnTo>
                    <a:pt x="171" y="108"/>
                  </a:lnTo>
                  <a:lnTo>
                    <a:pt x="178" y="100"/>
                  </a:lnTo>
                  <a:lnTo>
                    <a:pt x="185" y="92"/>
                  </a:lnTo>
                  <a:lnTo>
                    <a:pt x="190" y="83"/>
                  </a:lnTo>
                  <a:lnTo>
                    <a:pt x="196" y="75"/>
                  </a:lnTo>
                  <a:lnTo>
                    <a:pt x="200" y="65"/>
                  </a:lnTo>
                  <a:lnTo>
                    <a:pt x="204" y="55"/>
                  </a:lnTo>
                  <a:lnTo>
                    <a:pt x="206" y="46"/>
                  </a:lnTo>
                  <a:lnTo>
                    <a:pt x="208" y="36"/>
                  </a:lnTo>
                  <a:lnTo>
                    <a:pt x="211" y="25"/>
                  </a:lnTo>
                  <a:lnTo>
                    <a:pt x="211" y="16"/>
                  </a:lnTo>
                  <a:lnTo>
                    <a:pt x="211" y="0"/>
                  </a:lnTo>
                  <a:lnTo>
                    <a:pt x="19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537">
              <a:extLst>
                <a:ext uri="{FF2B5EF4-FFF2-40B4-BE49-F238E27FC236}">
                  <a16:creationId xmlns:a16="http://schemas.microsoft.com/office/drawing/2014/main" id="{DE0EC588-97A6-47C1-A544-9A61FF21C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2587625"/>
              <a:ext cx="66675" cy="57150"/>
            </a:xfrm>
            <a:custGeom>
              <a:avLst/>
              <a:gdLst>
                <a:gd name="T0" fmla="*/ 213 w 213"/>
                <a:gd name="T1" fmla="*/ 143 h 181"/>
                <a:gd name="T2" fmla="*/ 211 w 213"/>
                <a:gd name="T3" fmla="*/ 140 h 181"/>
                <a:gd name="T4" fmla="*/ 211 w 213"/>
                <a:gd name="T5" fmla="*/ 136 h 181"/>
                <a:gd name="T6" fmla="*/ 211 w 213"/>
                <a:gd name="T7" fmla="*/ 0 h 181"/>
                <a:gd name="T8" fmla="*/ 0 w 213"/>
                <a:gd name="T9" fmla="*/ 0 h 181"/>
                <a:gd name="T10" fmla="*/ 0 w 213"/>
                <a:gd name="T11" fmla="*/ 151 h 181"/>
                <a:gd name="T12" fmla="*/ 0 w 213"/>
                <a:gd name="T13" fmla="*/ 152 h 181"/>
                <a:gd name="T14" fmla="*/ 0 w 213"/>
                <a:gd name="T15" fmla="*/ 153 h 181"/>
                <a:gd name="T16" fmla="*/ 11 w 213"/>
                <a:gd name="T17" fmla="*/ 159 h 181"/>
                <a:gd name="T18" fmla="*/ 23 w 213"/>
                <a:gd name="T19" fmla="*/ 165 h 181"/>
                <a:gd name="T20" fmla="*/ 34 w 213"/>
                <a:gd name="T21" fmla="*/ 169 h 181"/>
                <a:gd name="T22" fmla="*/ 48 w 213"/>
                <a:gd name="T23" fmla="*/ 173 h 181"/>
                <a:gd name="T24" fmla="*/ 61 w 213"/>
                <a:gd name="T25" fmla="*/ 177 h 181"/>
                <a:gd name="T26" fmla="*/ 76 w 213"/>
                <a:gd name="T27" fmla="*/ 179 h 181"/>
                <a:gd name="T28" fmla="*/ 90 w 213"/>
                <a:gd name="T29" fmla="*/ 181 h 181"/>
                <a:gd name="T30" fmla="*/ 105 w 213"/>
                <a:gd name="T31" fmla="*/ 181 h 181"/>
                <a:gd name="T32" fmla="*/ 122 w 213"/>
                <a:gd name="T33" fmla="*/ 180 h 181"/>
                <a:gd name="T34" fmla="*/ 138 w 213"/>
                <a:gd name="T35" fmla="*/ 179 h 181"/>
                <a:gd name="T36" fmla="*/ 152 w 213"/>
                <a:gd name="T37" fmla="*/ 175 h 181"/>
                <a:gd name="T38" fmla="*/ 166 w 213"/>
                <a:gd name="T39" fmla="*/ 171 h 181"/>
                <a:gd name="T40" fmla="*/ 179 w 213"/>
                <a:gd name="T41" fmla="*/ 167 h 181"/>
                <a:gd name="T42" fmla="*/ 192 w 213"/>
                <a:gd name="T43" fmla="*/ 160 h 181"/>
                <a:gd name="T44" fmla="*/ 203 w 213"/>
                <a:gd name="T45" fmla="*/ 153 h 181"/>
                <a:gd name="T46" fmla="*/ 213 w 213"/>
                <a:gd name="T47" fmla="*/ 14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3" h="181">
                  <a:moveTo>
                    <a:pt x="213" y="143"/>
                  </a:moveTo>
                  <a:lnTo>
                    <a:pt x="211" y="140"/>
                  </a:lnTo>
                  <a:lnTo>
                    <a:pt x="211" y="136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0" y="152"/>
                  </a:lnTo>
                  <a:lnTo>
                    <a:pt x="0" y="153"/>
                  </a:lnTo>
                  <a:lnTo>
                    <a:pt x="11" y="159"/>
                  </a:lnTo>
                  <a:lnTo>
                    <a:pt x="23" y="165"/>
                  </a:lnTo>
                  <a:lnTo>
                    <a:pt x="34" y="169"/>
                  </a:lnTo>
                  <a:lnTo>
                    <a:pt x="48" y="173"/>
                  </a:lnTo>
                  <a:lnTo>
                    <a:pt x="61" y="177"/>
                  </a:lnTo>
                  <a:lnTo>
                    <a:pt x="76" y="179"/>
                  </a:lnTo>
                  <a:lnTo>
                    <a:pt x="90" y="181"/>
                  </a:lnTo>
                  <a:lnTo>
                    <a:pt x="105" y="181"/>
                  </a:lnTo>
                  <a:lnTo>
                    <a:pt x="122" y="180"/>
                  </a:lnTo>
                  <a:lnTo>
                    <a:pt x="138" y="179"/>
                  </a:lnTo>
                  <a:lnTo>
                    <a:pt x="152" y="175"/>
                  </a:lnTo>
                  <a:lnTo>
                    <a:pt x="166" y="171"/>
                  </a:lnTo>
                  <a:lnTo>
                    <a:pt x="179" y="167"/>
                  </a:lnTo>
                  <a:lnTo>
                    <a:pt x="192" y="160"/>
                  </a:lnTo>
                  <a:lnTo>
                    <a:pt x="203" y="153"/>
                  </a:lnTo>
                  <a:lnTo>
                    <a:pt x="213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538">
              <a:extLst>
                <a:ext uri="{FF2B5EF4-FFF2-40B4-BE49-F238E27FC236}">
                  <a16:creationId xmlns:a16="http://schemas.microsoft.com/office/drawing/2014/main" id="{3794A9B4-9E0C-4C0C-804E-3E4BB0967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2587625"/>
              <a:ext cx="57150" cy="57150"/>
            </a:xfrm>
            <a:custGeom>
              <a:avLst/>
              <a:gdLst>
                <a:gd name="T0" fmla="*/ 0 w 181"/>
                <a:gd name="T1" fmla="*/ 0 h 181"/>
                <a:gd name="T2" fmla="*/ 0 w 181"/>
                <a:gd name="T3" fmla="*/ 149 h 181"/>
                <a:gd name="T4" fmla="*/ 8 w 181"/>
                <a:gd name="T5" fmla="*/ 157 h 181"/>
                <a:gd name="T6" fmla="*/ 18 w 181"/>
                <a:gd name="T7" fmla="*/ 164 h 181"/>
                <a:gd name="T8" fmla="*/ 28 w 181"/>
                <a:gd name="T9" fmla="*/ 169 h 181"/>
                <a:gd name="T10" fmla="*/ 38 w 181"/>
                <a:gd name="T11" fmla="*/ 173 h 181"/>
                <a:gd name="T12" fmla="*/ 49 w 181"/>
                <a:gd name="T13" fmla="*/ 177 h 181"/>
                <a:gd name="T14" fmla="*/ 62 w 181"/>
                <a:gd name="T15" fmla="*/ 179 h 181"/>
                <a:gd name="T16" fmla="*/ 75 w 181"/>
                <a:gd name="T17" fmla="*/ 181 h 181"/>
                <a:gd name="T18" fmla="*/ 90 w 181"/>
                <a:gd name="T19" fmla="*/ 181 h 181"/>
                <a:gd name="T20" fmla="*/ 103 w 181"/>
                <a:gd name="T21" fmla="*/ 181 h 181"/>
                <a:gd name="T22" fmla="*/ 116 w 181"/>
                <a:gd name="T23" fmla="*/ 179 h 181"/>
                <a:gd name="T24" fmla="*/ 129 w 181"/>
                <a:gd name="T25" fmla="*/ 178 h 181"/>
                <a:gd name="T26" fmla="*/ 139 w 181"/>
                <a:gd name="T27" fmla="*/ 174 h 181"/>
                <a:gd name="T28" fmla="*/ 151 w 181"/>
                <a:gd name="T29" fmla="*/ 170 h 181"/>
                <a:gd name="T30" fmla="*/ 161 w 181"/>
                <a:gd name="T31" fmla="*/ 166 h 181"/>
                <a:gd name="T32" fmla="*/ 171 w 181"/>
                <a:gd name="T33" fmla="*/ 160 h 181"/>
                <a:gd name="T34" fmla="*/ 181 w 181"/>
                <a:gd name="T35" fmla="*/ 154 h 181"/>
                <a:gd name="T36" fmla="*/ 180 w 181"/>
                <a:gd name="T37" fmla="*/ 152 h 181"/>
                <a:gd name="T38" fmla="*/ 180 w 181"/>
                <a:gd name="T39" fmla="*/ 151 h 181"/>
                <a:gd name="T40" fmla="*/ 180 w 181"/>
                <a:gd name="T41" fmla="*/ 0 h 181"/>
                <a:gd name="T42" fmla="*/ 0 w 181"/>
                <a:gd name="T4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1" h="181">
                  <a:moveTo>
                    <a:pt x="0" y="0"/>
                  </a:moveTo>
                  <a:lnTo>
                    <a:pt x="0" y="149"/>
                  </a:lnTo>
                  <a:lnTo>
                    <a:pt x="8" y="157"/>
                  </a:lnTo>
                  <a:lnTo>
                    <a:pt x="18" y="164"/>
                  </a:lnTo>
                  <a:lnTo>
                    <a:pt x="28" y="169"/>
                  </a:lnTo>
                  <a:lnTo>
                    <a:pt x="38" y="173"/>
                  </a:lnTo>
                  <a:lnTo>
                    <a:pt x="49" y="177"/>
                  </a:lnTo>
                  <a:lnTo>
                    <a:pt x="62" y="179"/>
                  </a:lnTo>
                  <a:lnTo>
                    <a:pt x="75" y="181"/>
                  </a:lnTo>
                  <a:lnTo>
                    <a:pt x="90" y="181"/>
                  </a:lnTo>
                  <a:lnTo>
                    <a:pt x="103" y="181"/>
                  </a:lnTo>
                  <a:lnTo>
                    <a:pt x="116" y="179"/>
                  </a:lnTo>
                  <a:lnTo>
                    <a:pt x="129" y="178"/>
                  </a:lnTo>
                  <a:lnTo>
                    <a:pt x="139" y="174"/>
                  </a:lnTo>
                  <a:lnTo>
                    <a:pt x="151" y="170"/>
                  </a:lnTo>
                  <a:lnTo>
                    <a:pt x="161" y="166"/>
                  </a:lnTo>
                  <a:lnTo>
                    <a:pt x="171" y="160"/>
                  </a:lnTo>
                  <a:lnTo>
                    <a:pt x="181" y="154"/>
                  </a:lnTo>
                  <a:lnTo>
                    <a:pt x="180" y="152"/>
                  </a:lnTo>
                  <a:lnTo>
                    <a:pt x="180" y="151"/>
                  </a:lnTo>
                  <a:lnTo>
                    <a:pt x="18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539">
              <a:extLst>
                <a:ext uri="{FF2B5EF4-FFF2-40B4-BE49-F238E27FC236}">
                  <a16:creationId xmlns:a16="http://schemas.microsoft.com/office/drawing/2014/main" id="{0778A0FA-8089-4CF0-8F14-6C132D0A3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587625"/>
              <a:ext cx="68263" cy="47625"/>
            </a:xfrm>
            <a:custGeom>
              <a:avLst/>
              <a:gdLst>
                <a:gd name="T0" fmla="*/ 211 w 211"/>
                <a:gd name="T1" fmla="*/ 133 h 151"/>
                <a:gd name="T2" fmla="*/ 211 w 211"/>
                <a:gd name="T3" fmla="*/ 0 h 151"/>
                <a:gd name="T4" fmla="*/ 30 w 211"/>
                <a:gd name="T5" fmla="*/ 0 h 151"/>
                <a:gd name="T6" fmla="*/ 15 w 211"/>
                <a:gd name="T7" fmla="*/ 0 h 151"/>
                <a:gd name="T8" fmla="*/ 0 w 211"/>
                <a:gd name="T9" fmla="*/ 0 h 151"/>
                <a:gd name="T10" fmla="*/ 0 w 211"/>
                <a:gd name="T11" fmla="*/ 16 h 151"/>
                <a:gd name="T12" fmla="*/ 1 w 211"/>
                <a:gd name="T13" fmla="*/ 30 h 151"/>
                <a:gd name="T14" fmla="*/ 2 w 211"/>
                <a:gd name="T15" fmla="*/ 42 h 151"/>
                <a:gd name="T16" fmla="*/ 5 w 211"/>
                <a:gd name="T17" fmla="*/ 56 h 151"/>
                <a:gd name="T18" fmla="*/ 9 w 211"/>
                <a:gd name="T19" fmla="*/ 68 h 151"/>
                <a:gd name="T20" fmla="*/ 13 w 211"/>
                <a:gd name="T21" fmla="*/ 80 h 151"/>
                <a:gd name="T22" fmla="*/ 20 w 211"/>
                <a:gd name="T23" fmla="*/ 92 h 151"/>
                <a:gd name="T24" fmla="*/ 26 w 211"/>
                <a:gd name="T25" fmla="*/ 101 h 151"/>
                <a:gd name="T26" fmla="*/ 35 w 211"/>
                <a:gd name="T27" fmla="*/ 111 h 151"/>
                <a:gd name="T28" fmla="*/ 42 w 211"/>
                <a:gd name="T29" fmla="*/ 120 h 151"/>
                <a:gd name="T30" fmla="*/ 52 w 211"/>
                <a:gd name="T31" fmla="*/ 128 h 151"/>
                <a:gd name="T32" fmla="*/ 62 w 211"/>
                <a:gd name="T33" fmla="*/ 135 h 151"/>
                <a:gd name="T34" fmla="*/ 72 w 211"/>
                <a:gd name="T35" fmla="*/ 140 h 151"/>
                <a:gd name="T36" fmla="*/ 84 w 211"/>
                <a:gd name="T37" fmla="*/ 144 h 151"/>
                <a:gd name="T38" fmla="*/ 95 w 211"/>
                <a:gd name="T39" fmla="*/ 148 h 151"/>
                <a:gd name="T40" fmla="*/ 108 w 211"/>
                <a:gd name="T41" fmla="*/ 150 h 151"/>
                <a:gd name="T42" fmla="*/ 120 w 211"/>
                <a:gd name="T43" fmla="*/ 151 h 151"/>
                <a:gd name="T44" fmla="*/ 137 w 211"/>
                <a:gd name="T45" fmla="*/ 150 h 151"/>
                <a:gd name="T46" fmla="*/ 159 w 211"/>
                <a:gd name="T47" fmla="*/ 147 h 151"/>
                <a:gd name="T48" fmla="*/ 172 w 211"/>
                <a:gd name="T49" fmla="*/ 144 h 151"/>
                <a:gd name="T50" fmla="*/ 185 w 211"/>
                <a:gd name="T51" fmla="*/ 141 h 151"/>
                <a:gd name="T52" fmla="*/ 198 w 211"/>
                <a:gd name="T53" fmla="*/ 138 h 151"/>
                <a:gd name="T54" fmla="*/ 211 w 211"/>
                <a:gd name="T55" fmla="*/ 133 h 151"/>
                <a:gd name="T56" fmla="*/ 211 w 211"/>
                <a:gd name="T57" fmla="*/ 13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1" h="151">
                  <a:moveTo>
                    <a:pt x="211" y="133"/>
                  </a:moveTo>
                  <a:lnTo>
                    <a:pt x="211" y="0"/>
                  </a:lnTo>
                  <a:lnTo>
                    <a:pt x="30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1" y="30"/>
                  </a:lnTo>
                  <a:lnTo>
                    <a:pt x="2" y="42"/>
                  </a:lnTo>
                  <a:lnTo>
                    <a:pt x="5" y="56"/>
                  </a:lnTo>
                  <a:lnTo>
                    <a:pt x="9" y="68"/>
                  </a:lnTo>
                  <a:lnTo>
                    <a:pt x="13" y="80"/>
                  </a:lnTo>
                  <a:lnTo>
                    <a:pt x="20" y="92"/>
                  </a:lnTo>
                  <a:lnTo>
                    <a:pt x="26" y="101"/>
                  </a:lnTo>
                  <a:lnTo>
                    <a:pt x="35" y="111"/>
                  </a:lnTo>
                  <a:lnTo>
                    <a:pt x="42" y="120"/>
                  </a:lnTo>
                  <a:lnTo>
                    <a:pt x="52" y="128"/>
                  </a:lnTo>
                  <a:lnTo>
                    <a:pt x="62" y="135"/>
                  </a:lnTo>
                  <a:lnTo>
                    <a:pt x="72" y="140"/>
                  </a:lnTo>
                  <a:lnTo>
                    <a:pt x="84" y="144"/>
                  </a:lnTo>
                  <a:lnTo>
                    <a:pt x="95" y="148"/>
                  </a:lnTo>
                  <a:lnTo>
                    <a:pt x="108" y="150"/>
                  </a:lnTo>
                  <a:lnTo>
                    <a:pt x="120" y="151"/>
                  </a:lnTo>
                  <a:lnTo>
                    <a:pt x="137" y="150"/>
                  </a:lnTo>
                  <a:lnTo>
                    <a:pt x="159" y="147"/>
                  </a:lnTo>
                  <a:lnTo>
                    <a:pt x="172" y="144"/>
                  </a:lnTo>
                  <a:lnTo>
                    <a:pt x="185" y="141"/>
                  </a:lnTo>
                  <a:lnTo>
                    <a:pt x="198" y="138"/>
                  </a:lnTo>
                  <a:lnTo>
                    <a:pt x="211" y="133"/>
                  </a:lnTo>
                  <a:lnTo>
                    <a:pt x="211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40">
              <a:extLst>
                <a:ext uri="{FF2B5EF4-FFF2-40B4-BE49-F238E27FC236}">
                  <a16:creationId xmlns:a16="http://schemas.microsoft.com/office/drawing/2014/main" id="{3CAED700-07A5-4DBA-8B34-345BF1646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2722563"/>
              <a:ext cx="9525" cy="9525"/>
            </a:xfrm>
            <a:custGeom>
              <a:avLst/>
              <a:gdLst>
                <a:gd name="T0" fmla="*/ 15 w 30"/>
                <a:gd name="T1" fmla="*/ 30 h 30"/>
                <a:gd name="T2" fmla="*/ 17 w 30"/>
                <a:gd name="T3" fmla="*/ 29 h 30"/>
                <a:gd name="T4" fmla="*/ 21 w 30"/>
                <a:gd name="T5" fmla="*/ 28 h 30"/>
                <a:gd name="T6" fmla="*/ 23 w 30"/>
                <a:gd name="T7" fmla="*/ 27 h 30"/>
                <a:gd name="T8" fmla="*/ 26 w 30"/>
                <a:gd name="T9" fmla="*/ 25 h 30"/>
                <a:gd name="T10" fmla="*/ 27 w 30"/>
                <a:gd name="T11" fmla="*/ 23 h 30"/>
                <a:gd name="T12" fmla="*/ 29 w 30"/>
                <a:gd name="T13" fmla="*/ 21 h 30"/>
                <a:gd name="T14" fmla="*/ 29 w 30"/>
                <a:gd name="T15" fmla="*/ 17 h 30"/>
                <a:gd name="T16" fmla="*/ 30 w 30"/>
                <a:gd name="T17" fmla="*/ 15 h 30"/>
                <a:gd name="T18" fmla="*/ 29 w 30"/>
                <a:gd name="T19" fmla="*/ 12 h 30"/>
                <a:gd name="T20" fmla="*/ 29 w 30"/>
                <a:gd name="T21" fmla="*/ 9 h 30"/>
                <a:gd name="T22" fmla="*/ 27 w 30"/>
                <a:gd name="T23" fmla="*/ 7 h 30"/>
                <a:gd name="T24" fmla="*/ 26 w 30"/>
                <a:gd name="T25" fmla="*/ 4 h 30"/>
                <a:gd name="T26" fmla="*/ 23 w 30"/>
                <a:gd name="T27" fmla="*/ 2 h 30"/>
                <a:gd name="T28" fmla="*/ 21 w 30"/>
                <a:gd name="T29" fmla="*/ 1 h 30"/>
                <a:gd name="T30" fmla="*/ 17 w 30"/>
                <a:gd name="T31" fmla="*/ 0 h 30"/>
                <a:gd name="T32" fmla="*/ 15 w 30"/>
                <a:gd name="T33" fmla="*/ 0 h 30"/>
                <a:gd name="T34" fmla="*/ 12 w 30"/>
                <a:gd name="T35" fmla="*/ 0 h 30"/>
                <a:gd name="T36" fmla="*/ 9 w 30"/>
                <a:gd name="T37" fmla="*/ 1 h 30"/>
                <a:gd name="T38" fmla="*/ 7 w 30"/>
                <a:gd name="T39" fmla="*/ 2 h 30"/>
                <a:gd name="T40" fmla="*/ 5 w 30"/>
                <a:gd name="T41" fmla="*/ 4 h 30"/>
                <a:gd name="T42" fmla="*/ 2 w 30"/>
                <a:gd name="T43" fmla="*/ 7 h 30"/>
                <a:gd name="T44" fmla="*/ 1 w 30"/>
                <a:gd name="T45" fmla="*/ 9 h 30"/>
                <a:gd name="T46" fmla="*/ 0 w 30"/>
                <a:gd name="T47" fmla="*/ 12 h 30"/>
                <a:gd name="T48" fmla="*/ 0 w 30"/>
                <a:gd name="T49" fmla="*/ 15 h 30"/>
                <a:gd name="T50" fmla="*/ 0 w 30"/>
                <a:gd name="T51" fmla="*/ 17 h 30"/>
                <a:gd name="T52" fmla="*/ 1 w 30"/>
                <a:gd name="T53" fmla="*/ 21 h 30"/>
                <a:gd name="T54" fmla="*/ 2 w 30"/>
                <a:gd name="T55" fmla="*/ 23 h 30"/>
                <a:gd name="T56" fmla="*/ 5 w 30"/>
                <a:gd name="T57" fmla="*/ 25 h 30"/>
                <a:gd name="T58" fmla="*/ 7 w 30"/>
                <a:gd name="T59" fmla="*/ 27 h 30"/>
                <a:gd name="T60" fmla="*/ 9 w 30"/>
                <a:gd name="T61" fmla="*/ 28 h 30"/>
                <a:gd name="T62" fmla="*/ 12 w 30"/>
                <a:gd name="T63" fmla="*/ 29 h 30"/>
                <a:gd name="T64" fmla="*/ 15 w 30"/>
                <a:gd name="T6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" h="30">
                  <a:moveTo>
                    <a:pt x="15" y="30"/>
                  </a:moveTo>
                  <a:lnTo>
                    <a:pt x="17" y="29"/>
                  </a:lnTo>
                  <a:lnTo>
                    <a:pt x="21" y="28"/>
                  </a:lnTo>
                  <a:lnTo>
                    <a:pt x="23" y="27"/>
                  </a:lnTo>
                  <a:lnTo>
                    <a:pt x="26" y="25"/>
                  </a:lnTo>
                  <a:lnTo>
                    <a:pt x="27" y="23"/>
                  </a:lnTo>
                  <a:lnTo>
                    <a:pt x="29" y="21"/>
                  </a:lnTo>
                  <a:lnTo>
                    <a:pt x="29" y="17"/>
                  </a:lnTo>
                  <a:lnTo>
                    <a:pt x="30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1" y="1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8"/>
                  </a:lnTo>
                  <a:lnTo>
                    <a:pt x="12" y="29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541">
              <a:extLst>
                <a:ext uri="{FF2B5EF4-FFF2-40B4-BE49-F238E27FC236}">
                  <a16:creationId xmlns:a16="http://schemas.microsoft.com/office/drawing/2014/main" id="{BCA3A954-7CAB-4185-832E-D23B799CB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0" y="2530475"/>
              <a:ext cx="80963" cy="47625"/>
            </a:xfrm>
            <a:custGeom>
              <a:avLst/>
              <a:gdLst>
                <a:gd name="T0" fmla="*/ 35 w 258"/>
                <a:gd name="T1" fmla="*/ 151 h 151"/>
                <a:gd name="T2" fmla="*/ 208 w 258"/>
                <a:gd name="T3" fmla="*/ 151 h 151"/>
                <a:gd name="T4" fmla="*/ 258 w 258"/>
                <a:gd name="T5" fmla="*/ 0 h 151"/>
                <a:gd name="T6" fmla="*/ 99 w 258"/>
                <a:gd name="T7" fmla="*/ 0 h 151"/>
                <a:gd name="T8" fmla="*/ 95 w 258"/>
                <a:gd name="T9" fmla="*/ 1 h 151"/>
                <a:gd name="T10" fmla="*/ 91 w 258"/>
                <a:gd name="T11" fmla="*/ 2 h 151"/>
                <a:gd name="T12" fmla="*/ 88 w 258"/>
                <a:gd name="T13" fmla="*/ 5 h 151"/>
                <a:gd name="T14" fmla="*/ 86 w 258"/>
                <a:gd name="T15" fmla="*/ 8 h 151"/>
                <a:gd name="T16" fmla="*/ 18 w 258"/>
                <a:gd name="T17" fmla="*/ 120 h 151"/>
                <a:gd name="T18" fmla="*/ 0 w 258"/>
                <a:gd name="T19" fmla="*/ 151 h 151"/>
                <a:gd name="T20" fmla="*/ 9 w 258"/>
                <a:gd name="T21" fmla="*/ 151 h 151"/>
                <a:gd name="T22" fmla="*/ 35 w 258"/>
                <a:gd name="T23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8" h="151">
                  <a:moveTo>
                    <a:pt x="35" y="151"/>
                  </a:moveTo>
                  <a:lnTo>
                    <a:pt x="208" y="151"/>
                  </a:lnTo>
                  <a:lnTo>
                    <a:pt x="258" y="0"/>
                  </a:lnTo>
                  <a:lnTo>
                    <a:pt x="99" y="0"/>
                  </a:lnTo>
                  <a:lnTo>
                    <a:pt x="95" y="1"/>
                  </a:lnTo>
                  <a:lnTo>
                    <a:pt x="91" y="2"/>
                  </a:lnTo>
                  <a:lnTo>
                    <a:pt x="88" y="5"/>
                  </a:lnTo>
                  <a:lnTo>
                    <a:pt x="86" y="8"/>
                  </a:lnTo>
                  <a:lnTo>
                    <a:pt x="18" y="120"/>
                  </a:lnTo>
                  <a:lnTo>
                    <a:pt x="0" y="151"/>
                  </a:lnTo>
                  <a:lnTo>
                    <a:pt x="9" y="151"/>
                  </a:lnTo>
                  <a:lnTo>
                    <a:pt x="3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42">
              <a:extLst>
                <a:ext uri="{FF2B5EF4-FFF2-40B4-BE49-F238E27FC236}">
                  <a16:creationId xmlns:a16="http://schemas.microsoft.com/office/drawing/2014/main" id="{E7B471C4-5AD5-4F7F-8F66-8EDEBC646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0" y="2530475"/>
              <a:ext cx="55563" cy="47625"/>
            </a:xfrm>
            <a:custGeom>
              <a:avLst/>
              <a:gdLst>
                <a:gd name="T0" fmla="*/ 175 w 175"/>
                <a:gd name="T1" fmla="*/ 151 h 151"/>
                <a:gd name="T2" fmla="*/ 175 w 175"/>
                <a:gd name="T3" fmla="*/ 0 h 151"/>
                <a:gd name="T4" fmla="*/ 51 w 175"/>
                <a:gd name="T5" fmla="*/ 0 h 151"/>
                <a:gd name="T6" fmla="*/ 0 w 175"/>
                <a:gd name="T7" fmla="*/ 151 h 151"/>
                <a:gd name="T8" fmla="*/ 175 w 175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51">
                  <a:moveTo>
                    <a:pt x="175" y="151"/>
                  </a:moveTo>
                  <a:lnTo>
                    <a:pt x="175" y="0"/>
                  </a:lnTo>
                  <a:lnTo>
                    <a:pt x="51" y="0"/>
                  </a:lnTo>
                  <a:lnTo>
                    <a:pt x="0" y="151"/>
                  </a:lnTo>
                  <a:lnTo>
                    <a:pt x="17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43">
              <a:extLst>
                <a:ext uri="{FF2B5EF4-FFF2-40B4-BE49-F238E27FC236}">
                  <a16:creationId xmlns:a16="http://schemas.microsoft.com/office/drawing/2014/main" id="{917212E4-1B3E-4DDC-878D-35471ADB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5" y="2530475"/>
              <a:ext cx="82550" cy="47625"/>
            </a:xfrm>
            <a:custGeom>
              <a:avLst/>
              <a:gdLst>
                <a:gd name="T0" fmla="*/ 223 w 258"/>
                <a:gd name="T1" fmla="*/ 151 h 151"/>
                <a:gd name="T2" fmla="*/ 250 w 258"/>
                <a:gd name="T3" fmla="*/ 151 h 151"/>
                <a:gd name="T4" fmla="*/ 258 w 258"/>
                <a:gd name="T5" fmla="*/ 151 h 151"/>
                <a:gd name="T6" fmla="*/ 240 w 258"/>
                <a:gd name="T7" fmla="*/ 120 h 151"/>
                <a:gd name="T8" fmla="*/ 172 w 258"/>
                <a:gd name="T9" fmla="*/ 8 h 151"/>
                <a:gd name="T10" fmla="*/ 170 w 258"/>
                <a:gd name="T11" fmla="*/ 5 h 151"/>
                <a:gd name="T12" fmla="*/ 167 w 258"/>
                <a:gd name="T13" fmla="*/ 2 h 151"/>
                <a:gd name="T14" fmla="*/ 164 w 258"/>
                <a:gd name="T15" fmla="*/ 1 h 151"/>
                <a:gd name="T16" fmla="*/ 159 w 258"/>
                <a:gd name="T17" fmla="*/ 0 h 151"/>
                <a:gd name="T18" fmla="*/ 0 w 258"/>
                <a:gd name="T19" fmla="*/ 0 h 151"/>
                <a:gd name="T20" fmla="*/ 50 w 258"/>
                <a:gd name="T21" fmla="*/ 151 h 151"/>
                <a:gd name="T22" fmla="*/ 223 w 258"/>
                <a:gd name="T23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8" h="151">
                  <a:moveTo>
                    <a:pt x="223" y="151"/>
                  </a:moveTo>
                  <a:lnTo>
                    <a:pt x="250" y="151"/>
                  </a:lnTo>
                  <a:lnTo>
                    <a:pt x="258" y="151"/>
                  </a:lnTo>
                  <a:lnTo>
                    <a:pt x="240" y="120"/>
                  </a:lnTo>
                  <a:lnTo>
                    <a:pt x="172" y="8"/>
                  </a:lnTo>
                  <a:lnTo>
                    <a:pt x="170" y="5"/>
                  </a:lnTo>
                  <a:lnTo>
                    <a:pt x="167" y="2"/>
                  </a:lnTo>
                  <a:lnTo>
                    <a:pt x="164" y="1"/>
                  </a:lnTo>
                  <a:lnTo>
                    <a:pt x="159" y="0"/>
                  </a:lnTo>
                  <a:lnTo>
                    <a:pt x="0" y="0"/>
                  </a:lnTo>
                  <a:lnTo>
                    <a:pt x="50" y="151"/>
                  </a:lnTo>
                  <a:lnTo>
                    <a:pt x="22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44">
              <a:extLst>
                <a:ext uri="{FF2B5EF4-FFF2-40B4-BE49-F238E27FC236}">
                  <a16:creationId xmlns:a16="http://schemas.microsoft.com/office/drawing/2014/main" id="{B3ECF76E-A2EA-4E6B-8F85-B00FE0B31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2530475"/>
              <a:ext cx="65088" cy="47625"/>
            </a:xfrm>
            <a:custGeom>
              <a:avLst/>
              <a:gdLst>
                <a:gd name="T0" fmla="*/ 154 w 205"/>
                <a:gd name="T1" fmla="*/ 0 h 151"/>
                <a:gd name="T2" fmla="*/ 0 w 205"/>
                <a:gd name="T3" fmla="*/ 0 h 151"/>
                <a:gd name="T4" fmla="*/ 0 w 205"/>
                <a:gd name="T5" fmla="*/ 151 h 151"/>
                <a:gd name="T6" fmla="*/ 205 w 205"/>
                <a:gd name="T7" fmla="*/ 151 h 151"/>
                <a:gd name="T8" fmla="*/ 154 w 205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151">
                  <a:moveTo>
                    <a:pt x="154" y="0"/>
                  </a:moveTo>
                  <a:lnTo>
                    <a:pt x="0" y="0"/>
                  </a:lnTo>
                  <a:lnTo>
                    <a:pt x="0" y="151"/>
                  </a:lnTo>
                  <a:lnTo>
                    <a:pt x="205" y="151"/>
                  </a:lnTo>
                  <a:lnTo>
                    <a:pt x="1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9FB7C8D-E316-3A80-989E-76F072D87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51" y="2152710"/>
            <a:ext cx="5791429" cy="25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AABB-BB23-DAF3-45E5-48F9B19FD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A09E688F-9CE1-53DF-9156-25F38FEE8F47}"/>
              </a:ext>
            </a:extLst>
          </p:cNvPr>
          <p:cNvSpPr>
            <a:spLocks/>
          </p:cNvSpPr>
          <p:nvPr/>
        </p:nvSpPr>
        <p:spPr bwMode="auto">
          <a:xfrm>
            <a:off x="26410" y="562153"/>
            <a:ext cx="11786755" cy="6482080"/>
          </a:xfrm>
          <a:custGeom>
            <a:avLst/>
            <a:gdLst>
              <a:gd name="connsiteX0" fmla="*/ 0 w 11786755"/>
              <a:gd name="connsiteY0" fmla="*/ 0 h 6482080"/>
              <a:gd name="connsiteX1" fmla="*/ 11786755 w 11786755"/>
              <a:gd name="connsiteY1" fmla="*/ 0 h 6482080"/>
              <a:gd name="connsiteX2" fmla="*/ 11786755 w 11786755"/>
              <a:gd name="connsiteY2" fmla="*/ 6482080 h 6482080"/>
              <a:gd name="connsiteX3" fmla="*/ 10522346 w 11786755"/>
              <a:gd name="connsiteY3" fmla="*/ 6482080 h 6482080"/>
              <a:gd name="connsiteX4" fmla="*/ 10522346 w 11786755"/>
              <a:gd name="connsiteY4" fmla="*/ 4211864 h 6482080"/>
              <a:gd name="connsiteX5" fmla="*/ 10604189 w 11786755"/>
              <a:gd name="connsiteY5" fmla="*/ 4197151 h 6482080"/>
              <a:gd name="connsiteX6" fmla="*/ 10686033 w 11786755"/>
              <a:gd name="connsiteY6" fmla="*/ 4160369 h 6482080"/>
              <a:gd name="connsiteX7" fmla="*/ 10760436 w 11786755"/>
              <a:gd name="connsiteY7" fmla="*/ 4123587 h 6482080"/>
              <a:gd name="connsiteX8" fmla="*/ 10827399 w 11786755"/>
              <a:gd name="connsiteY8" fmla="*/ 4086805 h 6482080"/>
              <a:gd name="connsiteX9" fmla="*/ 10901802 w 11786755"/>
              <a:gd name="connsiteY9" fmla="*/ 4042667 h 6482080"/>
              <a:gd name="connsiteX10" fmla="*/ 10968764 w 11786755"/>
              <a:gd name="connsiteY10" fmla="*/ 3991172 h 6482080"/>
              <a:gd name="connsiteX11" fmla="*/ 11028287 w 11786755"/>
              <a:gd name="connsiteY11" fmla="*/ 3924964 h 6482080"/>
              <a:gd name="connsiteX12" fmla="*/ 11080369 w 11786755"/>
              <a:gd name="connsiteY12" fmla="*/ 3866113 h 6482080"/>
              <a:gd name="connsiteX13" fmla="*/ 11132451 w 11786755"/>
              <a:gd name="connsiteY13" fmla="*/ 3799906 h 6482080"/>
              <a:gd name="connsiteX14" fmla="*/ 11177093 w 11786755"/>
              <a:gd name="connsiteY14" fmla="*/ 3733698 h 6482080"/>
              <a:gd name="connsiteX15" fmla="*/ 11206854 w 11786755"/>
              <a:gd name="connsiteY15" fmla="*/ 3660134 h 6482080"/>
              <a:gd name="connsiteX16" fmla="*/ 11244056 w 11786755"/>
              <a:gd name="connsiteY16" fmla="*/ 3579214 h 6482080"/>
              <a:gd name="connsiteX17" fmla="*/ 11273817 w 11786755"/>
              <a:gd name="connsiteY17" fmla="*/ 3498293 h 6482080"/>
              <a:gd name="connsiteX18" fmla="*/ 11288697 w 11786755"/>
              <a:gd name="connsiteY18" fmla="*/ 3417373 h 6482080"/>
              <a:gd name="connsiteX19" fmla="*/ 11303578 w 11786755"/>
              <a:gd name="connsiteY19" fmla="*/ 3329096 h 6482080"/>
              <a:gd name="connsiteX20" fmla="*/ 11303578 w 11786755"/>
              <a:gd name="connsiteY20" fmla="*/ 3240819 h 6482080"/>
              <a:gd name="connsiteX21" fmla="*/ 11303578 w 11786755"/>
              <a:gd name="connsiteY21" fmla="*/ 2578743 h 6482080"/>
              <a:gd name="connsiteX22" fmla="*/ 11303578 w 11786755"/>
              <a:gd name="connsiteY22" fmla="*/ 2468397 h 6482080"/>
              <a:gd name="connsiteX23" fmla="*/ 11281257 w 11786755"/>
              <a:gd name="connsiteY23" fmla="*/ 2372764 h 6482080"/>
              <a:gd name="connsiteX24" fmla="*/ 11258936 w 11786755"/>
              <a:gd name="connsiteY24" fmla="*/ 2284487 h 6482080"/>
              <a:gd name="connsiteX25" fmla="*/ 11229175 w 11786755"/>
              <a:gd name="connsiteY25" fmla="*/ 2196211 h 6482080"/>
              <a:gd name="connsiteX26" fmla="*/ 11184533 w 11786755"/>
              <a:gd name="connsiteY26" fmla="*/ 2107934 h 6482080"/>
              <a:gd name="connsiteX27" fmla="*/ 11132451 w 11786755"/>
              <a:gd name="connsiteY27" fmla="*/ 2027013 h 6482080"/>
              <a:gd name="connsiteX28" fmla="*/ 11072929 w 11786755"/>
              <a:gd name="connsiteY28" fmla="*/ 1946093 h 6482080"/>
              <a:gd name="connsiteX29" fmla="*/ 11013406 w 11786755"/>
              <a:gd name="connsiteY29" fmla="*/ 1872529 h 6482080"/>
              <a:gd name="connsiteX30" fmla="*/ 10939003 w 11786755"/>
              <a:gd name="connsiteY30" fmla="*/ 1813678 h 6482080"/>
              <a:gd name="connsiteX31" fmla="*/ 10857160 w 11786755"/>
              <a:gd name="connsiteY31" fmla="*/ 1747470 h 6482080"/>
              <a:gd name="connsiteX32" fmla="*/ 10775317 w 11786755"/>
              <a:gd name="connsiteY32" fmla="*/ 1703332 h 6482080"/>
              <a:gd name="connsiteX33" fmla="*/ 10686033 w 11786755"/>
              <a:gd name="connsiteY33" fmla="*/ 1659193 h 6482080"/>
              <a:gd name="connsiteX34" fmla="*/ 10596749 w 11786755"/>
              <a:gd name="connsiteY34" fmla="*/ 1622411 h 6482080"/>
              <a:gd name="connsiteX35" fmla="*/ 10500025 w 11786755"/>
              <a:gd name="connsiteY35" fmla="*/ 1607699 h 6482080"/>
              <a:gd name="connsiteX36" fmla="*/ 10395861 w 11786755"/>
              <a:gd name="connsiteY36" fmla="*/ 1585629 h 6482080"/>
              <a:gd name="connsiteX37" fmla="*/ 10299137 w 11786755"/>
              <a:gd name="connsiteY37" fmla="*/ 1578273 h 6482080"/>
              <a:gd name="connsiteX38" fmla="*/ 10194973 w 11786755"/>
              <a:gd name="connsiteY38" fmla="*/ 1585629 h 6482080"/>
              <a:gd name="connsiteX39" fmla="*/ 10090809 w 11786755"/>
              <a:gd name="connsiteY39" fmla="*/ 1607699 h 6482080"/>
              <a:gd name="connsiteX40" fmla="*/ 10001525 w 11786755"/>
              <a:gd name="connsiteY40" fmla="*/ 1622411 h 6482080"/>
              <a:gd name="connsiteX41" fmla="*/ 9912241 w 11786755"/>
              <a:gd name="connsiteY41" fmla="*/ 1659193 h 6482080"/>
              <a:gd name="connsiteX42" fmla="*/ 9815517 w 11786755"/>
              <a:gd name="connsiteY42" fmla="*/ 1703332 h 6482080"/>
              <a:gd name="connsiteX43" fmla="*/ 9741114 w 11786755"/>
              <a:gd name="connsiteY43" fmla="*/ 1747470 h 6482080"/>
              <a:gd name="connsiteX44" fmla="*/ 9659271 w 11786755"/>
              <a:gd name="connsiteY44" fmla="*/ 1813678 h 6482080"/>
              <a:gd name="connsiteX45" fmla="*/ 9584868 w 11786755"/>
              <a:gd name="connsiteY45" fmla="*/ 1872529 h 6482080"/>
              <a:gd name="connsiteX46" fmla="*/ 9517905 w 11786755"/>
              <a:gd name="connsiteY46" fmla="*/ 1946093 h 6482080"/>
              <a:gd name="connsiteX47" fmla="*/ 9465823 w 11786755"/>
              <a:gd name="connsiteY47" fmla="*/ 2027013 h 6482080"/>
              <a:gd name="connsiteX48" fmla="*/ 9413741 w 11786755"/>
              <a:gd name="connsiteY48" fmla="*/ 2107934 h 6482080"/>
              <a:gd name="connsiteX49" fmla="*/ 9369099 w 11786755"/>
              <a:gd name="connsiteY49" fmla="*/ 2196211 h 6482080"/>
              <a:gd name="connsiteX50" fmla="*/ 9331898 w 11786755"/>
              <a:gd name="connsiteY50" fmla="*/ 2284487 h 6482080"/>
              <a:gd name="connsiteX51" fmla="*/ 9309577 w 11786755"/>
              <a:gd name="connsiteY51" fmla="*/ 2372764 h 6482080"/>
              <a:gd name="connsiteX52" fmla="*/ 9294696 w 11786755"/>
              <a:gd name="connsiteY52" fmla="*/ 2468397 h 6482080"/>
              <a:gd name="connsiteX53" fmla="*/ 9287256 w 11786755"/>
              <a:gd name="connsiteY53" fmla="*/ 2578743 h 6482080"/>
              <a:gd name="connsiteX54" fmla="*/ 9287256 w 11786755"/>
              <a:gd name="connsiteY54" fmla="*/ 3240819 h 6482080"/>
              <a:gd name="connsiteX55" fmla="*/ 9294696 w 11786755"/>
              <a:gd name="connsiteY55" fmla="*/ 3329096 h 6482080"/>
              <a:gd name="connsiteX56" fmla="*/ 9302137 w 11786755"/>
              <a:gd name="connsiteY56" fmla="*/ 3417373 h 6482080"/>
              <a:gd name="connsiteX57" fmla="*/ 9324458 w 11786755"/>
              <a:gd name="connsiteY57" fmla="*/ 3498293 h 6482080"/>
              <a:gd name="connsiteX58" fmla="*/ 9346778 w 11786755"/>
              <a:gd name="connsiteY58" fmla="*/ 3579214 h 6482080"/>
              <a:gd name="connsiteX59" fmla="*/ 9383980 w 11786755"/>
              <a:gd name="connsiteY59" fmla="*/ 3660134 h 6482080"/>
              <a:gd name="connsiteX60" fmla="*/ 9421181 w 11786755"/>
              <a:gd name="connsiteY60" fmla="*/ 3733698 h 6482080"/>
              <a:gd name="connsiteX61" fmla="*/ 9465823 w 11786755"/>
              <a:gd name="connsiteY61" fmla="*/ 3799906 h 6482080"/>
              <a:gd name="connsiteX62" fmla="*/ 9510465 w 11786755"/>
              <a:gd name="connsiteY62" fmla="*/ 3866113 h 6482080"/>
              <a:gd name="connsiteX63" fmla="*/ 9562547 w 11786755"/>
              <a:gd name="connsiteY63" fmla="*/ 3924964 h 6482080"/>
              <a:gd name="connsiteX64" fmla="*/ 9629510 w 11786755"/>
              <a:gd name="connsiteY64" fmla="*/ 3991172 h 6482080"/>
              <a:gd name="connsiteX65" fmla="*/ 9689032 w 11786755"/>
              <a:gd name="connsiteY65" fmla="*/ 4042667 h 6482080"/>
              <a:gd name="connsiteX66" fmla="*/ 9763435 w 11786755"/>
              <a:gd name="connsiteY66" fmla="*/ 4086805 h 6482080"/>
              <a:gd name="connsiteX67" fmla="*/ 9837838 w 11786755"/>
              <a:gd name="connsiteY67" fmla="*/ 4123587 h 6482080"/>
              <a:gd name="connsiteX68" fmla="*/ 9912241 w 11786755"/>
              <a:gd name="connsiteY68" fmla="*/ 4160369 h 6482080"/>
              <a:gd name="connsiteX69" fmla="*/ 9994085 w 11786755"/>
              <a:gd name="connsiteY69" fmla="*/ 4197151 h 6482080"/>
              <a:gd name="connsiteX70" fmla="*/ 10068488 w 11786755"/>
              <a:gd name="connsiteY70" fmla="*/ 4211864 h 6482080"/>
              <a:gd name="connsiteX71" fmla="*/ 10068488 w 11786755"/>
              <a:gd name="connsiteY71" fmla="*/ 6482080 h 6482080"/>
              <a:gd name="connsiteX72" fmla="*/ 7867637 w 11786755"/>
              <a:gd name="connsiteY72" fmla="*/ 6482080 h 6482080"/>
              <a:gd name="connsiteX73" fmla="*/ 7867637 w 11786755"/>
              <a:gd name="connsiteY73" fmla="*/ 4322210 h 6482080"/>
              <a:gd name="connsiteX74" fmla="*/ 7971650 w 11786755"/>
              <a:gd name="connsiteY74" fmla="*/ 4300141 h 6482080"/>
              <a:gd name="connsiteX75" fmla="*/ 8060804 w 11786755"/>
              <a:gd name="connsiteY75" fmla="*/ 4270715 h 6482080"/>
              <a:gd name="connsiteX76" fmla="*/ 8149958 w 11786755"/>
              <a:gd name="connsiteY76" fmla="*/ 4233933 h 6482080"/>
              <a:gd name="connsiteX77" fmla="*/ 8231683 w 11786755"/>
              <a:gd name="connsiteY77" fmla="*/ 4189795 h 6482080"/>
              <a:gd name="connsiteX78" fmla="*/ 8305978 w 11786755"/>
              <a:gd name="connsiteY78" fmla="*/ 4145656 h 6482080"/>
              <a:gd name="connsiteX79" fmla="*/ 8387702 w 11786755"/>
              <a:gd name="connsiteY79" fmla="*/ 4079449 h 6482080"/>
              <a:gd name="connsiteX80" fmla="*/ 8447139 w 11786755"/>
              <a:gd name="connsiteY80" fmla="*/ 4020598 h 6482080"/>
              <a:gd name="connsiteX81" fmla="*/ 8514004 w 11786755"/>
              <a:gd name="connsiteY81" fmla="*/ 3947034 h 6482080"/>
              <a:gd name="connsiteX82" fmla="*/ 8566011 w 11786755"/>
              <a:gd name="connsiteY82" fmla="*/ 3873470 h 6482080"/>
              <a:gd name="connsiteX83" fmla="*/ 8618017 w 11786755"/>
              <a:gd name="connsiteY83" fmla="*/ 3792549 h 6482080"/>
              <a:gd name="connsiteX84" fmla="*/ 8662594 w 11786755"/>
              <a:gd name="connsiteY84" fmla="*/ 3711629 h 6482080"/>
              <a:gd name="connsiteX85" fmla="*/ 8699742 w 11786755"/>
              <a:gd name="connsiteY85" fmla="*/ 3623352 h 6482080"/>
              <a:gd name="connsiteX86" fmla="*/ 8729460 w 11786755"/>
              <a:gd name="connsiteY86" fmla="*/ 3535075 h 6482080"/>
              <a:gd name="connsiteX87" fmla="*/ 8751749 w 11786755"/>
              <a:gd name="connsiteY87" fmla="*/ 3439442 h 6482080"/>
              <a:gd name="connsiteX88" fmla="*/ 8766607 w 11786755"/>
              <a:gd name="connsiteY88" fmla="*/ 3336453 h 6482080"/>
              <a:gd name="connsiteX89" fmla="*/ 8774037 w 11786755"/>
              <a:gd name="connsiteY89" fmla="*/ 3240819 h 6482080"/>
              <a:gd name="connsiteX90" fmla="*/ 8774037 w 11786755"/>
              <a:gd name="connsiteY90" fmla="*/ 1798965 h 6482080"/>
              <a:gd name="connsiteX91" fmla="*/ 8766607 w 11786755"/>
              <a:gd name="connsiteY91" fmla="*/ 1754827 h 6482080"/>
              <a:gd name="connsiteX92" fmla="*/ 8751749 w 11786755"/>
              <a:gd name="connsiteY92" fmla="*/ 1710688 h 6482080"/>
              <a:gd name="connsiteX93" fmla="*/ 8729460 w 11786755"/>
              <a:gd name="connsiteY93" fmla="*/ 1673906 h 6482080"/>
              <a:gd name="connsiteX94" fmla="*/ 8699742 w 11786755"/>
              <a:gd name="connsiteY94" fmla="*/ 1644481 h 6482080"/>
              <a:gd name="connsiteX95" fmla="*/ 8670024 w 11786755"/>
              <a:gd name="connsiteY95" fmla="*/ 1615055 h 6482080"/>
              <a:gd name="connsiteX96" fmla="*/ 8625447 w 11786755"/>
              <a:gd name="connsiteY96" fmla="*/ 1600342 h 6482080"/>
              <a:gd name="connsiteX97" fmla="*/ 8588299 w 11786755"/>
              <a:gd name="connsiteY97" fmla="*/ 1585629 h 6482080"/>
              <a:gd name="connsiteX98" fmla="*/ 8543722 w 11786755"/>
              <a:gd name="connsiteY98" fmla="*/ 1578273 h 6482080"/>
              <a:gd name="connsiteX99" fmla="*/ 8499145 w 11786755"/>
              <a:gd name="connsiteY99" fmla="*/ 1585629 h 6482080"/>
              <a:gd name="connsiteX100" fmla="*/ 8454568 w 11786755"/>
              <a:gd name="connsiteY100" fmla="*/ 1600342 h 6482080"/>
              <a:gd name="connsiteX101" fmla="*/ 8417421 w 11786755"/>
              <a:gd name="connsiteY101" fmla="*/ 1615055 h 6482080"/>
              <a:gd name="connsiteX102" fmla="*/ 8387702 w 11786755"/>
              <a:gd name="connsiteY102" fmla="*/ 1644481 h 6482080"/>
              <a:gd name="connsiteX103" fmla="*/ 8357984 w 11786755"/>
              <a:gd name="connsiteY103" fmla="*/ 1673906 h 6482080"/>
              <a:gd name="connsiteX104" fmla="*/ 8343125 w 11786755"/>
              <a:gd name="connsiteY104" fmla="*/ 1710688 h 6482080"/>
              <a:gd name="connsiteX105" fmla="*/ 8320837 w 11786755"/>
              <a:gd name="connsiteY105" fmla="*/ 1754827 h 6482080"/>
              <a:gd name="connsiteX106" fmla="*/ 8320837 w 11786755"/>
              <a:gd name="connsiteY106" fmla="*/ 1798965 h 6482080"/>
              <a:gd name="connsiteX107" fmla="*/ 8320837 w 11786755"/>
              <a:gd name="connsiteY107" fmla="*/ 3240819 h 6482080"/>
              <a:gd name="connsiteX108" fmla="*/ 8313407 w 11786755"/>
              <a:gd name="connsiteY108" fmla="*/ 3343809 h 6482080"/>
              <a:gd name="connsiteX109" fmla="*/ 8283689 w 11786755"/>
              <a:gd name="connsiteY109" fmla="*/ 3446799 h 6482080"/>
              <a:gd name="connsiteX110" fmla="*/ 8246542 w 11786755"/>
              <a:gd name="connsiteY110" fmla="*/ 3542432 h 6482080"/>
              <a:gd name="connsiteX111" fmla="*/ 8194535 w 11786755"/>
              <a:gd name="connsiteY111" fmla="*/ 3630709 h 6482080"/>
              <a:gd name="connsiteX112" fmla="*/ 8135099 w 11786755"/>
              <a:gd name="connsiteY112" fmla="*/ 3704272 h 6482080"/>
              <a:gd name="connsiteX113" fmla="*/ 8053375 w 11786755"/>
              <a:gd name="connsiteY113" fmla="*/ 3777836 h 6482080"/>
              <a:gd name="connsiteX114" fmla="*/ 7971650 w 11786755"/>
              <a:gd name="connsiteY114" fmla="*/ 3829331 h 6482080"/>
              <a:gd name="connsiteX115" fmla="*/ 7867637 w 11786755"/>
              <a:gd name="connsiteY115" fmla="*/ 3873470 h 6482080"/>
              <a:gd name="connsiteX116" fmla="*/ 7867637 w 11786755"/>
              <a:gd name="connsiteY116" fmla="*/ 1798965 h 6482080"/>
              <a:gd name="connsiteX117" fmla="*/ 7867637 w 11786755"/>
              <a:gd name="connsiteY117" fmla="*/ 1754827 h 6482080"/>
              <a:gd name="connsiteX118" fmla="*/ 7852778 w 11786755"/>
              <a:gd name="connsiteY118" fmla="*/ 1710688 h 6482080"/>
              <a:gd name="connsiteX119" fmla="*/ 7837919 w 11786755"/>
              <a:gd name="connsiteY119" fmla="*/ 1673906 h 6482080"/>
              <a:gd name="connsiteX120" fmla="*/ 7808201 w 11786755"/>
              <a:gd name="connsiteY120" fmla="*/ 1644481 h 6482080"/>
              <a:gd name="connsiteX121" fmla="*/ 7771053 w 11786755"/>
              <a:gd name="connsiteY121" fmla="*/ 1615055 h 6482080"/>
              <a:gd name="connsiteX122" fmla="*/ 7733906 w 11786755"/>
              <a:gd name="connsiteY122" fmla="*/ 1600342 h 6482080"/>
              <a:gd name="connsiteX123" fmla="*/ 7696758 w 11786755"/>
              <a:gd name="connsiteY123" fmla="*/ 1585629 h 6482080"/>
              <a:gd name="connsiteX124" fmla="*/ 7652181 w 11786755"/>
              <a:gd name="connsiteY124" fmla="*/ 1578273 h 6482080"/>
              <a:gd name="connsiteX125" fmla="*/ 7607604 w 11786755"/>
              <a:gd name="connsiteY125" fmla="*/ 1585629 h 6482080"/>
              <a:gd name="connsiteX126" fmla="*/ 7563027 w 11786755"/>
              <a:gd name="connsiteY126" fmla="*/ 1600342 h 6482080"/>
              <a:gd name="connsiteX127" fmla="*/ 7525879 w 11786755"/>
              <a:gd name="connsiteY127" fmla="*/ 1615055 h 6482080"/>
              <a:gd name="connsiteX128" fmla="*/ 7488732 w 11786755"/>
              <a:gd name="connsiteY128" fmla="*/ 1644481 h 6482080"/>
              <a:gd name="connsiteX129" fmla="*/ 7466443 w 11786755"/>
              <a:gd name="connsiteY129" fmla="*/ 1673906 h 6482080"/>
              <a:gd name="connsiteX130" fmla="*/ 7444155 w 11786755"/>
              <a:gd name="connsiteY130" fmla="*/ 1710688 h 6482080"/>
              <a:gd name="connsiteX131" fmla="*/ 7429296 w 11786755"/>
              <a:gd name="connsiteY131" fmla="*/ 1754827 h 6482080"/>
              <a:gd name="connsiteX132" fmla="*/ 7429296 w 11786755"/>
              <a:gd name="connsiteY132" fmla="*/ 1798965 h 6482080"/>
              <a:gd name="connsiteX133" fmla="*/ 7429296 w 11786755"/>
              <a:gd name="connsiteY133" fmla="*/ 3873470 h 6482080"/>
              <a:gd name="connsiteX134" fmla="*/ 7332712 w 11786755"/>
              <a:gd name="connsiteY134" fmla="*/ 3829331 h 6482080"/>
              <a:gd name="connsiteX135" fmla="*/ 7250987 w 11786755"/>
              <a:gd name="connsiteY135" fmla="*/ 3777836 h 6482080"/>
              <a:gd name="connsiteX136" fmla="*/ 7176692 w 11786755"/>
              <a:gd name="connsiteY136" fmla="*/ 3704272 h 6482080"/>
              <a:gd name="connsiteX137" fmla="*/ 7102397 w 11786755"/>
              <a:gd name="connsiteY137" fmla="*/ 3630709 h 6482080"/>
              <a:gd name="connsiteX138" fmla="*/ 7050391 w 11786755"/>
              <a:gd name="connsiteY138" fmla="*/ 3542432 h 6482080"/>
              <a:gd name="connsiteX139" fmla="*/ 7013243 w 11786755"/>
              <a:gd name="connsiteY139" fmla="*/ 3446799 h 6482080"/>
              <a:gd name="connsiteX140" fmla="*/ 6983525 w 11786755"/>
              <a:gd name="connsiteY140" fmla="*/ 3343809 h 6482080"/>
              <a:gd name="connsiteX141" fmla="*/ 6976095 w 11786755"/>
              <a:gd name="connsiteY141" fmla="*/ 3240819 h 6482080"/>
              <a:gd name="connsiteX142" fmla="*/ 6976095 w 11786755"/>
              <a:gd name="connsiteY142" fmla="*/ 1798965 h 6482080"/>
              <a:gd name="connsiteX143" fmla="*/ 6976095 w 11786755"/>
              <a:gd name="connsiteY143" fmla="*/ 1754827 h 6482080"/>
              <a:gd name="connsiteX144" fmla="*/ 6961236 w 11786755"/>
              <a:gd name="connsiteY144" fmla="*/ 1710688 h 6482080"/>
              <a:gd name="connsiteX145" fmla="*/ 6938948 w 11786755"/>
              <a:gd name="connsiteY145" fmla="*/ 1673906 h 6482080"/>
              <a:gd name="connsiteX146" fmla="*/ 6916659 w 11786755"/>
              <a:gd name="connsiteY146" fmla="*/ 1644481 h 6482080"/>
              <a:gd name="connsiteX147" fmla="*/ 6879512 w 11786755"/>
              <a:gd name="connsiteY147" fmla="*/ 1615055 h 6482080"/>
              <a:gd name="connsiteX148" fmla="*/ 6842364 w 11786755"/>
              <a:gd name="connsiteY148" fmla="*/ 1600342 h 6482080"/>
              <a:gd name="connsiteX149" fmla="*/ 6805217 w 11786755"/>
              <a:gd name="connsiteY149" fmla="*/ 1585629 h 6482080"/>
              <a:gd name="connsiteX150" fmla="*/ 6760640 w 11786755"/>
              <a:gd name="connsiteY150" fmla="*/ 1578273 h 6482080"/>
              <a:gd name="connsiteX151" fmla="*/ 6716063 w 11786755"/>
              <a:gd name="connsiteY151" fmla="*/ 1585629 h 6482080"/>
              <a:gd name="connsiteX152" fmla="*/ 6671485 w 11786755"/>
              <a:gd name="connsiteY152" fmla="*/ 1600342 h 6482080"/>
              <a:gd name="connsiteX153" fmla="*/ 6634338 w 11786755"/>
              <a:gd name="connsiteY153" fmla="*/ 1615055 h 6482080"/>
              <a:gd name="connsiteX154" fmla="*/ 6597190 w 11786755"/>
              <a:gd name="connsiteY154" fmla="*/ 1644481 h 6482080"/>
              <a:gd name="connsiteX155" fmla="*/ 6574902 w 11786755"/>
              <a:gd name="connsiteY155" fmla="*/ 1673906 h 6482080"/>
              <a:gd name="connsiteX156" fmla="*/ 6552613 w 11786755"/>
              <a:gd name="connsiteY156" fmla="*/ 1710688 h 6482080"/>
              <a:gd name="connsiteX157" fmla="*/ 6537754 w 11786755"/>
              <a:gd name="connsiteY157" fmla="*/ 1754827 h 6482080"/>
              <a:gd name="connsiteX158" fmla="*/ 6537754 w 11786755"/>
              <a:gd name="connsiteY158" fmla="*/ 1798965 h 6482080"/>
              <a:gd name="connsiteX159" fmla="*/ 6537754 w 11786755"/>
              <a:gd name="connsiteY159" fmla="*/ 3240819 h 6482080"/>
              <a:gd name="connsiteX160" fmla="*/ 6537754 w 11786755"/>
              <a:gd name="connsiteY160" fmla="*/ 3336453 h 6482080"/>
              <a:gd name="connsiteX161" fmla="*/ 6552613 w 11786755"/>
              <a:gd name="connsiteY161" fmla="*/ 3439442 h 6482080"/>
              <a:gd name="connsiteX162" fmla="*/ 6574902 w 11786755"/>
              <a:gd name="connsiteY162" fmla="*/ 3535075 h 6482080"/>
              <a:gd name="connsiteX163" fmla="*/ 6597190 w 11786755"/>
              <a:gd name="connsiteY163" fmla="*/ 3623352 h 6482080"/>
              <a:gd name="connsiteX164" fmla="*/ 6634338 w 11786755"/>
              <a:gd name="connsiteY164" fmla="*/ 3711629 h 6482080"/>
              <a:gd name="connsiteX165" fmla="*/ 6678915 w 11786755"/>
              <a:gd name="connsiteY165" fmla="*/ 3792549 h 6482080"/>
              <a:gd name="connsiteX166" fmla="*/ 6730922 w 11786755"/>
              <a:gd name="connsiteY166" fmla="*/ 3873470 h 6482080"/>
              <a:gd name="connsiteX167" fmla="*/ 6790358 w 11786755"/>
              <a:gd name="connsiteY167" fmla="*/ 3947034 h 6482080"/>
              <a:gd name="connsiteX168" fmla="*/ 6849794 w 11786755"/>
              <a:gd name="connsiteY168" fmla="*/ 4020598 h 6482080"/>
              <a:gd name="connsiteX169" fmla="*/ 6924089 w 11786755"/>
              <a:gd name="connsiteY169" fmla="*/ 4079449 h 6482080"/>
              <a:gd name="connsiteX170" fmla="*/ 6998384 w 11786755"/>
              <a:gd name="connsiteY170" fmla="*/ 4145656 h 6482080"/>
              <a:gd name="connsiteX171" fmla="*/ 7080109 w 11786755"/>
              <a:gd name="connsiteY171" fmla="*/ 4189795 h 6482080"/>
              <a:gd name="connsiteX172" fmla="*/ 7154404 w 11786755"/>
              <a:gd name="connsiteY172" fmla="*/ 4233933 h 6482080"/>
              <a:gd name="connsiteX173" fmla="*/ 7236128 w 11786755"/>
              <a:gd name="connsiteY173" fmla="*/ 4270715 h 6482080"/>
              <a:gd name="connsiteX174" fmla="*/ 7332712 w 11786755"/>
              <a:gd name="connsiteY174" fmla="*/ 4300141 h 6482080"/>
              <a:gd name="connsiteX175" fmla="*/ 7429296 w 11786755"/>
              <a:gd name="connsiteY175" fmla="*/ 4322210 h 6482080"/>
              <a:gd name="connsiteX176" fmla="*/ 7429296 w 11786755"/>
              <a:gd name="connsiteY176" fmla="*/ 6482080 h 6482080"/>
              <a:gd name="connsiteX177" fmla="*/ 0 w 11786755"/>
              <a:gd name="connsiteY177" fmla="*/ 6482080 h 6482080"/>
              <a:gd name="connsiteX178" fmla="*/ 0 w 11786755"/>
              <a:gd name="connsiteY178" fmla="*/ 0 h 648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</a:cxnLst>
            <a:rect l="l" t="t" r="r" b="b"/>
            <a:pathLst>
              <a:path w="11786755" h="6482080">
                <a:moveTo>
                  <a:pt x="0" y="0"/>
                </a:moveTo>
                <a:lnTo>
                  <a:pt x="11786755" y="0"/>
                </a:lnTo>
                <a:lnTo>
                  <a:pt x="11786755" y="6482080"/>
                </a:lnTo>
                <a:lnTo>
                  <a:pt x="10522346" y="6482080"/>
                </a:lnTo>
                <a:lnTo>
                  <a:pt x="10522346" y="4211864"/>
                </a:lnTo>
                <a:lnTo>
                  <a:pt x="10604189" y="4197151"/>
                </a:lnTo>
                <a:lnTo>
                  <a:pt x="10686033" y="4160369"/>
                </a:lnTo>
                <a:lnTo>
                  <a:pt x="10760436" y="4123587"/>
                </a:lnTo>
                <a:lnTo>
                  <a:pt x="10827399" y="4086805"/>
                </a:lnTo>
                <a:lnTo>
                  <a:pt x="10901802" y="4042667"/>
                </a:lnTo>
                <a:lnTo>
                  <a:pt x="10968764" y="3991172"/>
                </a:lnTo>
                <a:lnTo>
                  <a:pt x="11028287" y="3924964"/>
                </a:lnTo>
                <a:lnTo>
                  <a:pt x="11080369" y="3866113"/>
                </a:lnTo>
                <a:lnTo>
                  <a:pt x="11132451" y="3799906"/>
                </a:lnTo>
                <a:lnTo>
                  <a:pt x="11177093" y="3733698"/>
                </a:lnTo>
                <a:lnTo>
                  <a:pt x="11206854" y="3660134"/>
                </a:lnTo>
                <a:lnTo>
                  <a:pt x="11244056" y="3579214"/>
                </a:lnTo>
                <a:lnTo>
                  <a:pt x="11273817" y="3498293"/>
                </a:lnTo>
                <a:lnTo>
                  <a:pt x="11288697" y="3417373"/>
                </a:lnTo>
                <a:lnTo>
                  <a:pt x="11303578" y="3329096"/>
                </a:lnTo>
                <a:lnTo>
                  <a:pt x="11303578" y="3240819"/>
                </a:lnTo>
                <a:lnTo>
                  <a:pt x="11303578" y="2578743"/>
                </a:lnTo>
                <a:lnTo>
                  <a:pt x="11303578" y="2468397"/>
                </a:lnTo>
                <a:lnTo>
                  <a:pt x="11281257" y="2372764"/>
                </a:lnTo>
                <a:lnTo>
                  <a:pt x="11258936" y="2284487"/>
                </a:lnTo>
                <a:lnTo>
                  <a:pt x="11229175" y="2196211"/>
                </a:lnTo>
                <a:lnTo>
                  <a:pt x="11184533" y="2107934"/>
                </a:lnTo>
                <a:lnTo>
                  <a:pt x="11132451" y="2027013"/>
                </a:lnTo>
                <a:lnTo>
                  <a:pt x="11072929" y="1946093"/>
                </a:lnTo>
                <a:lnTo>
                  <a:pt x="11013406" y="1872529"/>
                </a:lnTo>
                <a:lnTo>
                  <a:pt x="10939003" y="1813678"/>
                </a:lnTo>
                <a:lnTo>
                  <a:pt x="10857160" y="1747470"/>
                </a:lnTo>
                <a:lnTo>
                  <a:pt x="10775317" y="1703332"/>
                </a:lnTo>
                <a:lnTo>
                  <a:pt x="10686033" y="1659193"/>
                </a:lnTo>
                <a:lnTo>
                  <a:pt x="10596749" y="1622411"/>
                </a:lnTo>
                <a:lnTo>
                  <a:pt x="10500025" y="1607699"/>
                </a:lnTo>
                <a:lnTo>
                  <a:pt x="10395861" y="1585629"/>
                </a:lnTo>
                <a:lnTo>
                  <a:pt x="10299137" y="1578273"/>
                </a:lnTo>
                <a:lnTo>
                  <a:pt x="10194973" y="1585629"/>
                </a:lnTo>
                <a:lnTo>
                  <a:pt x="10090809" y="1607699"/>
                </a:lnTo>
                <a:lnTo>
                  <a:pt x="10001525" y="1622411"/>
                </a:lnTo>
                <a:lnTo>
                  <a:pt x="9912241" y="1659193"/>
                </a:lnTo>
                <a:lnTo>
                  <a:pt x="9815517" y="1703332"/>
                </a:lnTo>
                <a:lnTo>
                  <a:pt x="9741114" y="1747470"/>
                </a:lnTo>
                <a:lnTo>
                  <a:pt x="9659271" y="1813678"/>
                </a:lnTo>
                <a:lnTo>
                  <a:pt x="9584868" y="1872529"/>
                </a:lnTo>
                <a:lnTo>
                  <a:pt x="9517905" y="1946093"/>
                </a:lnTo>
                <a:lnTo>
                  <a:pt x="9465823" y="2027013"/>
                </a:lnTo>
                <a:lnTo>
                  <a:pt x="9413741" y="2107934"/>
                </a:lnTo>
                <a:lnTo>
                  <a:pt x="9369099" y="2196211"/>
                </a:lnTo>
                <a:lnTo>
                  <a:pt x="9331898" y="2284487"/>
                </a:lnTo>
                <a:lnTo>
                  <a:pt x="9309577" y="2372764"/>
                </a:lnTo>
                <a:lnTo>
                  <a:pt x="9294696" y="2468397"/>
                </a:lnTo>
                <a:lnTo>
                  <a:pt x="9287256" y="2578743"/>
                </a:lnTo>
                <a:lnTo>
                  <a:pt x="9287256" y="3240819"/>
                </a:lnTo>
                <a:lnTo>
                  <a:pt x="9294696" y="3329096"/>
                </a:lnTo>
                <a:lnTo>
                  <a:pt x="9302137" y="3417373"/>
                </a:lnTo>
                <a:lnTo>
                  <a:pt x="9324458" y="3498293"/>
                </a:lnTo>
                <a:lnTo>
                  <a:pt x="9346778" y="3579214"/>
                </a:lnTo>
                <a:lnTo>
                  <a:pt x="9383980" y="3660134"/>
                </a:lnTo>
                <a:lnTo>
                  <a:pt x="9421181" y="3733698"/>
                </a:lnTo>
                <a:lnTo>
                  <a:pt x="9465823" y="3799906"/>
                </a:lnTo>
                <a:lnTo>
                  <a:pt x="9510465" y="3866113"/>
                </a:lnTo>
                <a:lnTo>
                  <a:pt x="9562547" y="3924964"/>
                </a:lnTo>
                <a:lnTo>
                  <a:pt x="9629510" y="3991172"/>
                </a:lnTo>
                <a:lnTo>
                  <a:pt x="9689032" y="4042667"/>
                </a:lnTo>
                <a:lnTo>
                  <a:pt x="9763435" y="4086805"/>
                </a:lnTo>
                <a:lnTo>
                  <a:pt x="9837838" y="4123587"/>
                </a:lnTo>
                <a:lnTo>
                  <a:pt x="9912241" y="4160369"/>
                </a:lnTo>
                <a:lnTo>
                  <a:pt x="9994085" y="4197151"/>
                </a:lnTo>
                <a:lnTo>
                  <a:pt x="10068488" y="4211864"/>
                </a:lnTo>
                <a:lnTo>
                  <a:pt x="10068488" y="6482080"/>
                </a:lnTo>
                <a:lnTo>
                  <a:pt x="7867637" y="6482080"/>
                </a:lnTo>
                <a:lnTo>
                  <a:pt x="7867637" y="4322210"/>
                </a:lnTo>
                <a:lnTo>
                  <a:pt x="7971650" y="4300141"/>
                </a:lnTo>
                <a:lnTo>
                  <a:pt x="8060804" y="4270715"/>
                </a:lnTo>
                <a:lnTo>
                  <a:pt x="8149958" y="4233933"/>
                </a:lnTo>
                <a:lnTo>
                  <a:pt x="8231683" y="4189795"/>
                </a:lnTo>
                <a:lnTo>
                  <a:pt x="8305978" y="4145656"/>
                </a:lnTo>
                <a:lnTo>
                  <a:pt x="8387702" y="4079449"/>
                </a:lnTo>
                <a:lnTo>
                  <a:pt x="8447139" y="4020598"/>
                </a:lnTo>
                <a:lnTo>
                  <a:pt x="8514004" y="3947034"/>
                </a:lnTo>
                <a:lnTo>
                  <a:pt x="8566011" y="3873470"/>
                </a:lnTo>
                <a:lnTo>
                  <a:pt x="8618017" y="3792549"/>
                </a:lnTo>
                <a:lnTo>
                  <a:pt x="8662594" y="3711629"/>
                </a:lnTo>
                <a:lnTo>
                  <a:pt x="8699742" y="3623352"/>
                </a:lnTo>
                <a:lnTo>
                  <a:pt x="8729460" y="3535075"/>
                </a:lnTo>
                <a:lnTo>
                  <a:pt x="8751749" y="3439442"/>
                </a:lnTo>
                <a:lnTo>
                  <a:pt x="8766607" y="3336453"/>
                </a:lnTo>
                <a:lnTo>
                  <a:pt x="8774037" y="3240819"/>
                </a:lnTo>
                <a:lnTo>
                  <a:pt x="8774037" y="1798965"/>
                </a:lnTo>
                <a:lnTo>
                  <a:pt x="8766607" y="1754827"/>
                </a:lnTo>
                <a:lnTo>
                  <a:pt x="8751749" y="1710688"/>
                </a:lnTo>
                <a:lnTo>
                  <a:pt x="8729460" y="1673906"/>
                </a:lnTo>
                <a:lnTo>
                  <a:pt x="8699742" y="1644481"/>
                </a:lnTo>
                <a:lnTo>
                  <a:pt x="8670024" y="1615055"/>
                </a:lnTo>
                <a:lnTo>
                  <a:pt x="8625447" y="1600342"/>
                </a:lnTo>
                <a:lnTo>
                  <a:pt x="8588299" y="1585629"/>
                </a:lnTo>
                <a:lnTo>
                  <a:pt x="8543722" y="1578273"/>
                </a:lnTo>
                <a:lnTo>
                  <a:pt x="8499145" y="1585629"/>
                </a:lnTo>
                <a:lnTo>
                  <a:pt x="8454568" y="1600342"/>
                </a:lnTo>
                <a:lnTo>
                  <a:pt x="8417421" y="1615055"/>
                </a:lnTo>
                <a:lnTo>
                  <a:pt x="8387702" y="1644481"/>
                </a:lnTo>
                <a:lnTo>
                  <a:pt x="8357984" y="1673906"/>
                </a:lnTo>
                <a:lnTo>
                  <a:pt x="8343125" y="1710688"/>
                </a:lnTo>
                <a:lnTo>
                  <a:pt x="8320837" y="1754827"/>
                </a:lnTo>
                <a:lnTo>
                  <a:pt x="8320837" y="1798965"/>
                </a:lnTo>
                <a:lnTo>
                  <a:pt x="8320837" y="3240819"/>
                </a:lnTo>
                <a:lnTo>
                  <a:pt x="8313407" y="3343809"/>
                </a:lnTo>
                <a:lnTo>
                  <a:pt x="8283689" y="3446799"/>
                </a:lnTo>
                <a:lnTo>
                  <a:pt x="8246542" y="3542432"/>
                </a:lnTo>
                <a:lnTo>
                  <a:pt x="8194535" y="3630709"/>
                </a:lnTo>
                <a:lnTo>
                  <a:pt x="8135099" y="3704272"/>
                </a:lnTo>
                <a:lnTo>
                  <a:pt x="8053375" y="3777836"/>
                </a:lnTo>
                <a:lnTo>
                  <a:pt x="7971650" y="3829331"/>
                </a:lnTo>
                <a:lnTo>
                  <a:pt x="7867637" y="3873470"/>
                </a:lnTo>
                <a:lnTo>
                  <a:pt x="7867637" y="1798965"/>
                </a:lnTo>
                <a:lnTo>
                  <a:pt x="7867637" y="1754827"/>
                </a:lnTo>
                <a:lnTo>
                  <a:pt x="7852778" y="1710688"/>
                </a:lnTo>
                <a:lnTo>
                  <a:pt x="7837919" y="1673906"/>
                </a:lnTo>
                <a:lnTo>
                  <a:pt x="7808201" y="1644481"/>
                </a:lnTo>
                <a:lnTo>
                  <a:pt x="7771053" y="1615055"/>
                </a:lnTo>
                <a:lnTo>
                  <a:pt x="7733906" y="1600342"/>
                </a:lnTo>
                <a:lnTo>
                  <a:pt x="7696758" y="1585629"/>
                </a:lnTo>
                <a:lnTo>
                  <a:pt x="7652181" y="1578273"/>
                </a:lnTo>
                <a:lnTo>
                  <a:pt x="7607604" y="1585629"/>
                </a:lnTo>
                <a:lnTo>
                  <a:pt x="7563027" y="1600342"/>
                </a:lnTo>
                <a:lnTo>
                  <a:pt x="7525879" y="1615055"/>
                </a:lnTo>
                <a:lnTo>
                  <a:pt x="7488732" y="1644481"/>
                </a:lnTo>
                <a:lnTo>
                  <a:pt x="7466443" y="1673906"/>
                </a:lnTo>
                <a:lnTo>
                  <a:pt x="7444155" y="1710688"/>
                </a:lnTo>
                <a:lnTo>
                  <a:pt x="7429296" y="1754827"/>
                </a:lnTo>
                <a:lnTo>
                  <a:pt x="7429296" y="1798965"/>
                </a:lnTo>
                <a:lnTo>
                  <a:pt x="7429296" y="3873470"/>
                </a:lnTo>
                <a:lnTo>
                  <a:pt x="7332712" y="3829331"/>
                </a:lnTo>
                <a:lnTo>
                  <a:pt x="7250987" y="3777836"/>
                </a:lnTo>
                <a:lnTo>
                  <a:pt x="7176692" y="3704272"/>
                </a:lnTo>
                <a:lnTo>
                  <a:pt x="7102397" y="3630709"/>
                </a:lnTo>
                <a:lnTo>
                  <a:pt x="7050391" y="3542432"/>
                </a:lnTo>
                <a:lnTo>
                  <a:pt x="7013243" y="3446799"/>
                </a:lnTo>
                <a:lnTo>
                  <a:pt x="6983525" y="3343809"/>
                </a:lnTo>
                <a:lnTo>
                  <a:pt x="6976095" y="3240819"/>
                </a:lnTo>
                <a:lnTo>
                  <a:pt x="6976095" y="1798965"/>
                </a:lnTo>
                <a:lnTo>
                  <a:pt x="6976095" y="1754827"/>
                </a:lnTo>
                <a:lnTo>
                  <a:pt x="6961236" y="1710688"/>
                </a:lnTo>
                <a:lnTo>
                  <a:pt x="6938948" y="1673906"/>
                </a:lnTo>
                <a:lnTo>
                  <a:pt x="6916659" y="1644481"/>
                </a:lnTo>
                <a:lnTo>
                  <a:pt x="6879512" y="1615055"/>
                </a:lnTo>
                <a:lnTo>
                  <a:pt x="6842364" y="1600342"/>
                </a:lnTo>
                <a:lnTo>
                  <a:pt x="6805217" y="1585629"/>
                </a:lnTo>
                <a:lnTo>
                  <a:pt x="6760640" y="1578273"/>
                </a:lnTo>
                <a:lnTo>
                  <a:pt x="6716063" y="1585629"/>
                </a:lnTo>
                <a:lnTo>
                  <a:pt x="6671485" y="1600342"/>
                </a:lnTo>
                <a:lnTo>
                  <a:pt x="6634338" y="1615055"/>
                </a:lnTo>
                <a:lnTo>
                  <a:pt x="6597190" y="1644481"/>
                </a:lnTo>
                <a:lnTo>
                  <a:pt x="6574902" y="1673906"/>
                </a:lnTo>
                <a:lnTo>
                  <a:pt x="6552613" y="1710688"/>
                </a:lnTo>
                <a:lnTo>
                  <a:pt x="6537754" y="1754827"/>
                </a:lnTo>
                <a:lnTo>
                  <a:pt x="6537754" y="1798965"/>
                </a:lnTo>
                <a:lnTo>
                  <a:pt x="6537754" y="3240819"/>
                </a:lnTo>
                <a:lnTo>
                  <a:pt x="6537754" y="3336453"/>
                </a:lnTo>
                <a:lnTo>
                  <a:pt x="6552613" y="3439442"/>
                </a:lnTo>
                <a:lnTo>
                  <a:pt x="6574902" y="3535075"/>
                </a:lnTo>
                <a:lnTo>
                  <a:pt x="6597190" y="3623352"/>
                </a:lnTo>
                <a:lnTo>
                  <a:pt x="6634338" y="3711629"/>
                </a:lnTo>
                <a:lnTo>
                  <a:pt x="6678915" y="3792549"/>
                </a:lnTo>
                <a:lnTo>
                  <a:pt x="6730922" y="3873470"/>
                </a:lnTo>
                <a:lnTo>
                  <a:pt x="6790358" y="3947034"/>
                </a:lnTo>
                <a:lnTo>
                  <a:pt x="6849794" y="4020598"/>
                </a:lnTo>
                <a:lnTo>
                  <a:pt x="6924089" y="4079449"/>
                </a:lnTo>
                <a:lnTo>
                  <a:pt x="6998384" y="4145656"/>
                </a:lnTo>
                <a:lnTo>
                  <a:pt x="7080109" y="4189795"/>
                </a:lnTo>
                <a:lnTo>
                  <a:pt x="7154404" y="4233933"/>
                </a:lnTo>
                <a:lnTo>
                  <a:pt x="7236128" y="4270715"/>
                </a:lnTo>
                <a:lnTo>
                  <a:pt x="7332712" y="4300141"/>
                </a:lnTo>
                <a:lnTo>
                  <a:pt x="7429296" y="4322210"/>
                </a:lnTo>
                <a:lnTo>
                  <a:pt x="7429296" y="6482080"/>
                </a:lnTo>
                <a:lnTo>
                  <a:pt x="0" y="64820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4EF7BD-162D-BD3C-8E1A-2ACEA59E1055}"/>
              </a:ext>
            </a:extLst>
          </p:cNvPr>
          <p:cNvSpPr txBox="1"/>
          <p:nvPr/>
        </p:nvSpPr>
        <p:spPr>
          <a:xfrm>
            <a:off x="378835" y="200103"/>
            <a:ext cx="9753115" cy="15542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QUERY 6 : </a:t>
            </a:r>
          </a:p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20272D"/>
                </a:solidFill>
                <a:highlight>
                  <a:srgbClr val="00FFFF"/>
                </a:highlight>
                <a:latin typeface="+mj-lt"/>
                <a:cs typeface="Times New Roman" panose="02020603050405020304" pitchFamily="18" charset="0"/>
              </a:rPr>
              <a:t>JOIN THE NECESSARY TABLES TO FIND THE TOTAL QUANTITY OF EACH PIZZA CATEGORY ORDERED.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700D46-85B2-B67D-EA8F-A264942B6690}"/>
              </a:ext>
            </a:extLst>
          </p:cNvPr>
          <p:cNvGrpSpPr/>
          <p:nvPr/>
        </p:nvGrpSpPr>
        <p:grpSpPr>
          <a:xfrm>
            <a:off x="2057400" y="3254011"/>
            <a:ext cx="4038600" cy="276999"/>
            <a:chOff x="1927100" y="3275909"/>
            <a:chExt cx="4168900" cy="27699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8210CF-138C-9515-7D1D-5CDC533CE876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24A126-1A3B-29A2-D04B-3DC66078B679}"/>
                </a:ext>
              </a:extLst>
            </p:cNvPr>
            <p:cNvSpPr txBox="1"/>
            <p:nvPr/>
          </p:nvSpPr>
          <p:spPr>
            <a:xfrm flipV="1">
              <a:off x="2981124" y="3275909"/>
              <a:ext cx="3114876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8FD14EE-25C1-1003-D242-BCB0399AB0E9}"/>
              </a:ext>
            </a:extLst>
          </p:cNvPr>
          <p:cNvGrpSpPr/>
          <p:nvPr/>
        </p:nvGrpSpPr>
        <p:grpSpPr>
          <a:xfrm>
            <a:off x="1258655" y="4229632"/>
            <a:ext cx="4837346" cy="351525"/>
            <a:chOff x="1102584" y="3185995"/>
            <a:chExt cx="4993416" cy="35152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F763795-A35C-AF60-9836-B04679CC2832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.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01F7208-F4A3-C91F-09BC-1588DCF96572}"/>
                </a:ext>
              </a:extLst>
            </p:cNvPr>
            <p:cNvSpPr txBox="1"/>
            <p:nvPr/>
          </p:nvSpPr>
          <p:spPr>
            <a:xfrm>
              <a:off x="1102584" y="3185995"/>
              <a:ext cx="41689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8CAFC9E-C949-6586-5DF5-0625AEE404AC}"/>
              </a:ext>
            </a:extLst>
          </p:cNvPr>
          <p:cNvGrpSpPr/>
          <p:nvPr/>
        </p:nvGrpSpPr>
        <p:grpSpPr>
          <a:xfrm>
            <a:off x="1881188" y="5431248"/>
            <a:ext cx="4214812" cy="279494"/>
            <a:chOff x="1745203" y="3322076"/>
            <a:chExt cx="4350797" cy="279494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6EA130D-C0FB-9D0B-0EDE-3EE7A0EA85C2}"/>
                </a:ext>
              </a:extLst>
            </p:cNvPr>
            <p:cNvSpPr txBox="1"/>
            <p:nvPr/>
          </p:nvSpPr>
          <p:spPr>
            <a:xfrm>
              <a:off x="1927100" y="3322076"/>
              <a:ext cx="41689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sz="1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1695FB7-0D0E-75DD-2A73-747244F728F4}"/>
                </a:ext>
              </a:extLst>
            </p:cNvPr>
            <p:cNvSpPr txBox="1"/>
            <p:nvPr/>
          </p:nvSpPr>
          <p:spPr>
            <a:xfrm>
              <a:off x="1745203" y="3324571"/>
              <a:ext cx="4168900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spcAft>
                  <a:spcPts val="600"/>
                </a:spcAft>
              </a:pPr>
              <a:endParaRPr lang="en-US" b="1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493FE4E-83C9-36B2-6034-C47F95452BA8}"/>
              </a:ext>
            </a:extLst>
          </p:cNvPr>
          <p:cNvGrpSpPr/>
          <p:nvPr/>
        </p:nvGrpSpPr>
        <p:grpSpPr>
          <a:xfrm>
            <a:off x="1259448" y="3102648"/>
            <a:ext cx="285750" cy="287338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69" name="Freeform 497">
              <a:extLst>
                <a:ext uri="{FF2B5EF4-FFF2-40B4-BE49-F238E27FC236}">
                  <a16:creationId xmlns:a16="http://schemas.microsoft.com/office/drawing/2014/main" id="{B7555C52-3C5A-70B1-7957-3F961EA4F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98">
              <a:extLst>
                <a:ext uri="{FF2B5EF4-FFF2-40B4-BE49-F238E27FC236}">
                  <a16:creationId xmlns:a16="http://schemas.microsoft.com/office/drawing/2014/main" id="{78DA1F9C-C461-627E-EF63-3D9318BEFE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99">
              <a:extLst>
                <a:ext uri="{FF2B5EF4-FFF2-40B4-BE49-F238E27FC236}">
                  <a16:creationId xmlns:a16="http://schemas.microsoft.com/office/drawing/2014/main" id="{CE846533-1E46-F229-9C30-EC31849BB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500">
              <a:extLst>
                <a:ext uri="{FF2B5EF4-FFF2-40B4-BE49-F238E27FC236}">
                  <a16:creationId xmlns:a16="http://schemas.microsoft.com/office/drawing/2014/main" id="{0B5C8CDC-212C-65FC-0372-53598325E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01">
              <a:extLst>
                <a:ext uri="{FF2B5EF4-FFF2-40B4-BE49-F238E27FC236}">
                  <a16:creationId xmlns:a16="http://schemas.microsoft.com/office/drawing/2014/main" id="{0F3E1E8F-445B-32F1-1B18-4DD2E9F4B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02">
              <a:extLst>
                <a:ext uri="{FF2B5EF4-FFF2-40B4-BE49-F238E27FC236}">
                  <a16:creationId xmlns:a16="http://schemas.microsoft.com/office/drawing/2014/main" id="{CA36D802-3207-CFBC-A4DA-E52CCE213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03">
              <a:extLst>
                <a:ext uri="{FF2B5EF4-FFF2-40B4-BE49-F238E27FC236}">
                  <a16:creationId xmlns:a16="http://schemas.microsoft.com/office/drawing/2014/main" id="{A3739895-A1ED-27E6-A2D7-526D28C3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04">
              <a:extLst>
                <a:ext uri="{FF2B5EF4-FFF2-40B4-BE49-F238E27FC236}">
                  <a16:creationId xmlns:a16="http://schemas.microsoft.com/office/drawing/2014/main" id="{7F3AE837-6A77-F552-3359-10BEC4D7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9463152-DBA7-0AC3-C02D-C2555EAB8C69}"/>
              </a:ext>
            </a:extLst>
          </p:cNvPr>
          <p:cNvGrpSpPr/>
          <p:nvPr/>
        </p:nvGrpSpPr>
        <p:grpSpPr>
          <a:xfrm>
            <a:off x="1258654" y="5252768"/>
            <a:ext cx="287338" cy="249238"/>
            <a:chOff x="2598738" y="2530475"/>
            <a:chExt cx="287338" cy="249238"/>
          </a:xfrm>
          <a:solidFill>
            <a:schemeClr val="bg1"/>
          </a:solidFill>
        </p:grpSpPr>
        <p:sp>
          <p:nvSpPr>
            <p:cNvPr id="78" name="Freeform 527">
              <a:extLst>
                <a:ext uri="{FF2B5EF4-FFF2-40B4-BE49-F238E27FC236}">
                  <a16:creationId xmlns:a16="http://schemas.microsoft.com/office/drawing/2014/main" id="{DE9962A1-51E1-FF8A-179A-45B2E1F6D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888" y="2625725"/>
              <a:ext cx="123825" cy="134938"/>
            </a:xfrm>
            <a:custGeom>
              <a:avLst/>
              <a:gdLst>
                <a:gd name="T0" fmla="*/ 187 w 391"/>
                <a:gd name="T1" fmla="*/ 0 h 421"/>
                <a:gd name="T2" fmla="*/ 172 w 391"/>
                <a:gd name="T3" fmla="*/ 19 h 421"/>
                <a:gd name="T4" fmla="*/ 155 w 391"/>
                <a:gd name="T5" fmla="*/ 36 h 421"/>
                <a:gd name="T6" fmla="*/ 135 w 391"/>
                <a:gd name="T7" fmla="*/ 52 h 421"/>
                <a:gd name="T8" fmla="*/ 113 w 391"/>
                <a:gd name="T9" fmla="*/ 65 h 421"/>
                <a:gd name="T10" fmla="*/ 91 w 391"/>
                <a:gd name="T11" fmla="*/ 76 h 421"/>
                <a:gd name="T12" fmla="*/ 67 w 391"/>
                <a:gd name="T13" fmla="*/ 83 h 421"/>
                <a:gd name="T14" fmla="*/ 41 w 391"/>
                <a:gd name="T15" fmla="*/ 89 h 421"/>
                <a:gd name="T16" fmla="*/ 15 w 391"/>
                <a:gd name="T17" fmla="*/ 90 h 421"/>
                <a:gd name="T18" fmla="*/ 0 w 391"/>
                <a:gd name="T19" fmla="*/ 89 h 421"/>
                <a:gd name="T20" fmla="*/ 1 w 391"/>
                <a:gd name="T21" fmla="*/ 410 h 421"/>
                <a:gd name="T22" fmla="*/ 3 w 391"/>
                <a:gd name="T23" fmla="*/ 415 h 421"/>
                <a:gd name="T24" fmla="*/ 6 w 391"/>
                <a:gd name="T25" fmla="*/ 418 h 421"/>
                <a:gd name="T26" fmla="*/ 11 w 391"/>
                <a:gd name="T27" fmla="*/ 421 h 421"/>
                <a:gd name="T28" fmla="*/ 77 w 391"/>
                <a:gd name="T29" fmla="*/ 421 h 421"/>
                <a:gd name="T30" fmla="*/ 75 w 391"/>
                <a:gd name="T31" fmla="*/ 406 h 421"/>
                <a:gd name="T32" fmla="*/ 77 w 391"/>
                <a:gd name="T33" fmla="*/ 385 h 421"/>
                <a:gd name="T34" fmla="*/ 83 w 391"/>
                <a:gd name="T35" fmla="*/ 366 h 421"/>
                <a:gd name="T36" fmla="*/ 93 w 391"/>
                <a:gd name="T37" fmla="*/ 347 h 421"/>
                <a:gd name="T38" fmla="*/ 106 w 391"/>
                <a:gd name="T39" fmla="*/ 331 h 421"/>
                <a:gd name="T40" fmla="*/ 122 w 391"/>
                <a:gd name="T41" fmla="*/ 318 h 421"/>
                <a:gd name="T42" fmla="*/ 139 w 391"/>
                <a:gd name="T43" fmla="*/ 309 h 421"/>
                <a:gd name="T44" fmla="*/ 159 w 391"/>
                <a:gd name="T45" fmla="*/ 303 h 421"/>
                <a:gd name="T46" fmla="*/ 181 w 391"/>
                <a:gd name="T47" fmla="*/ 301 h 421"/>
                <a:gd name="T48" fmla="*/ 201 w 391"/>
                <a:gd name="T49" fmla="*/ 303 h 421"/>
                <a:gd name="T50" fmla="*/ 222 w 391"/>
                <a:gd name="T51" fmla="*/ 309 h 421"/>
                <a:gd name="T52" fmla="*/ 240 w 391"/>
                <a:gd name="T53" fmla="*/ 318 h 421"/>
                <a:gd name="T54" fmla="*/ 255 w 391"/>
                <a:gd name="T55" fmla="*/ 331 h 421"/>
                <a:gd name="T56" fmla="*/ 268 w 391"/>
                <a:gd name="T57" fmla="*/ 347 h 421"/>
                <a:gd name="T58" fmla="*/ 277 w 391"/>
                <a:gd name="T59" fmla="*/ 366 h 421"/>
                <a:gd name="T60" fmla="*/ 284 w 391"/>
                <a:gd name="T61" fmla="*/ 385 h 421"/>
                <a:gd name="T62" fmla="*/ 286 w 391"/>
                <a:gd name="T63" fmla="*/ 406 h 421"/>
                <a:gd name="T64" fmla="*/ 285 w 391"/>
                <a:gd name="T65" fmla="*/ 421 h 421"/>
                <a:gd name="T66" fmla="*/ 379 w 391"/>
                <a:gd name="T67" fmla="*/ 420 h 421"/>
                <a:gd name="T68" fmla="*/ 385 w 391"/>
                <a:gd name="T69" fmla="*/ 418 h 421"/>
                <a:gd name="T70" fmla="*/ 389 w 391"/>
                <a:gd name="T71" fmla="*/ 415 h 421"/>
                <a:gd name="T72" fmla="*/ 391 w 391"/>
                <a:gd name="T73" fmla="*/ 410 h 421"/>
                <a:gd name="T74" fmla="*/ 391 w 391"/>
                <a:gd name="T75" fmla="*/ 15 h 421"/>
                <a:gd name="T76" fmla="*/ 390 w 391"/>
                <a:gd name="T77" fmla="*/ 8 h 421"/>
                <a:gd name="T78" fmla="*/ 387 w 391"/>
                <a:gd name="T79" fmla="*/ 4 h 421"/>
                <a:gd name="T80" fmla="*/ 382 w 391"/>
                <a:gd name="T81" fmla="*/ 1 h 421"/>
                <a:gd name="T82" fmla="*/ 376 w 391"/>
                <a:gd name="T83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1" h="421">
                  <a:moveTo>
                    <a:pt x="376" y="0"/>
                  </a:moveTo>
                  <a:lnTo>
                    <a:pt x="187" y="0"/>
                  </a:lnTo>
                  <a:lnTo>
                    <a:pt x="180" y="9"/>
                  </a:lnTo>
                  <a:lnTo>
                    <a:pt x="172" y="19"/>
                  </a:lnTo>
                  <a:lnTo>
                    <a:pt x="164" y="28"/>
                  </a:lnTo>
                  <a:lnTo>
                    <a:pt x="155" y="36"/>
                  </a:lnTo>
                  <a:lnTo>
                    <a:pt x="145" y="45"/>
                  </a:lnTo>
                  <a:lnTo>
                    <a:pt x="135" y="52"/>
                  </a:lnTo>
                  <a:lnTo>
                    <a:pt x="125" y="59"/>
                  </a:lnTo>
                  <a:lnTo>
                    <a:pt x="113" y="65"/>
                  </a:lnTo>
                  <a:lnTo>
                    <a:pt x="103" y="71"/>
                  </a:lnTo>
                  <a:lnTo>
                    <a:pt x="91" y="76"/>
                  </a:lnTo>
                  <a:lnTo>
                    <a:pt x="79" y="80"/>
                  </a:lnTo>
                  <a:lnTo>
                    <a:pt x="67" y="83"/>
                  </a:lnTo>
                  <a:lnTo>
                    <a:pt x="54" y="87"/>
                  </a:lnTo>
                  <a:lnTo>
                    <a:pt x="41" y="89"/>
                  </a:lnTo>
                  <a:lnTo>
                    <a:pt x="29" y="90"/>
                  </a:lnTo>
                  <a:lnTo>
                    <a:pt x="15" y="90"/>
                  </a:lnTo>
                  <a:lnTo>
                    <a:pt x="7" y="90"/>
                  </a:lnTo>
                  <a:lnTo>
                    <a:pt x="0" y="89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8"/>
                  </a:lnTo>
                  <a:lnTo>
                    <a:pt x="9" y="420"/>
                  </a:lnTo>
                  <a:lnTo>
                    <a:pt x="11" y="421"/>
                  </a:lnTo>
                  <a:lnTo>
                    <a:pt x="15" y="421"/>
                  </a:lnTo>
                  <a:lnTo>
                    <a:pt x="77" y="421"/>
                  </a:lnTo>
                  <a:lnTo>
                    <a:pt x="76" y="414"/>
                  </a:lnTo>
                  <a:lnTo>
                    <a:pt x="75" y="406"/>
                  </a:lnTo>
                  <a:lnTo>
                    <a:pt x="76" y="396"/>
                  </a:lnTo>
                  <a:lnTo>
                    <a:pt x="77" y="385"/>
                  </a:lnTo>
                  <a:lnTo>
                    <a:pt x="80" y="375"/>
                  </a:lnTo>
                  <a:lnTo>
                    <a:pt x="83" y="366"/>
                  </a:lnTo>
                  <a:lnTo>
                    <a:pt x="88" y="356"/>
                  </a:lnTo>
                  <a:lnTo>
                    <a:pt x="93" y="347"/>
                  </a:lnTo>
                  <a:lnTo>
                    <a:pt x="99" y="339"/>
                  </a:lnTo>
                  <a:lnTo>
                    <a:pt x="106" y="331"/>
                  </a:lnTo>
                  <a:lnTo>
                    <a:pt x="113" y="325"/>
                  </a:lnTo>
                  <a:lnTo>
                    <a:pt x="122" y="318"/>
                  </a:lnTo>
                  <a:lnTo>
                    <a:pt x="130" y="313"/>
                  </a:lnTo>
                  <a:lnTo>
                    <a:pt x="139" y="309"/>
                  </a:lnTo>
                  <a:lnTo>
                    <a:pt x="150" y="305"/>
                  </a:lnTo>
                  <a:lnTo>
                    <a:pt x="159" y="303"/>
                  </a:lnTo>
                  <a:lnTo>
                    <a:pt x="170" y="301"/>
                  </a:lnTo>
                  <a:lnTo>
                    <a:pt x="181" y="301"/>
                  </a:lnTo>
                  <a:lnTo>
                    <a:pt x="192" y="301"/>
                  </a:lnTo>
                  <a:lnTo>
                    <a:pt x="201" y="303"/>
                  </a:lnTo>
                  <a:lnTo>
                    <a:pt x="212" y="305"/>
                  </a:lnTo>
                  <a:lnTo>
                    <a:pt x="222" y="309"/>
                  </a:lnTo>
                  <a:lnTo>
                    <a:pt x="230" y="313"/>
                  </a:lnTo>
                  <a:lnTo>
                    <a:pt x="240" y="318"/>
                  </a:lnTo>
                  <a:lnTo>
                    <a:pt x="247" y="325"/>
                  </a:lnTo>
                  <a:lnTo>
                    <a:pt x="255" y="331"/>
                  </a:lnTo>
                  <a:lnTo>
                    <a:pt x="261" y="339"/>
                  </a:lnTo>
                  <a:lnTo>
                    <a:pt x="268" y="347"/>
                  </a:lnTo>
                  <a:lnTo>
                    <a:pt x="273" y="356"/>
                  </a:lnTo>
                  <a:lnTo>
                    <a:pt x="277" y="366"/>
                  </a:lnTo>
                  <a:lnTo>
                    <a:pt x="282" y="375"/>
                  </a:lnTo>
                  <a:lnTo>
                    <a:pt x="284" y="385"/>
                  </a:lnTo>
                  <a:lnTo>
                    <a:pt x="285" y="396"/>
                  </a:lnTo>
                  <a:lnTo>
                    <a:pt x="286" y="406"/>
                  </a:lnTo>
                  <a:lnTo>
                    <a:pt x="286" y="414"/>
                  </a:lnTo>
                  <a:lnTo>
                    <a:pt x="285" y="421"/>
                  </a:lnTo>
                  <a:lnTo>
                    <a:pt x="376" y="421"/>
                  </a:lnTo>
                  <a:lnTo>
                    <a:pt x="379" y="420"/>
                  </a:lnTo>
                  <a:lnTo>
                    <a:pt x="382" y="420"/>
                  </a:lnTo>
                  <a:lnTo>
                    <a:pt x="385" y="418"/>
                  </a:lnTo>
                  <a:lnTo>
                    <a:pt x="387" y="417"/>
                  </a:lnTo>
                  <a:lnTo>
                    <a:pt x="389" y="415"/>
                  </a:lnTo>
                  <a:lnTo>
                    <a:pt x="390" y="412"/>
                  </a:lnTo>
                  <a:lnTo>
                    <a:pt x="391" y="410"/>
                  </a:lnTo>
                  <a:lnTo>
                    <a:pt x="391" y="406"/>
                  </a:lnTo>
                  <a:lnTo>
                    <a:pt x="391" y="15"/>
                  </a:lnTo>
                  <a:lnTo>
                    <a:pt x="391" y="12"/>
                  </a:lnTo>
                  <a:lnTo>
                    <a:pt x="390" y="8"/>
                  </a:lnTo>
                  <a:lnTo>
                    <a:pt x="389" y="6"/>
                  </a:lnTo>
                  <a:lnTo>
                    <a:pt x="387" y="4"/>
                  </a:lnTo>
                  <a:lnTo>
                    <a:pt x="385" y="2"/>
                  </a:lnTo>
                  <a:lnTo>
                    <a:pt x="382" y="1"/>
                  </a:lnTo>
                  <a:lnTo>
                    <a:pt x="37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28">
              <a:extLst>
                <a:ext uri="{FF2B5EF4-FFF2-40B4-BE49-F238E27FC236}">
                  <a16:creationId xmlns:a16="http://schemas.microsoft.com/office/drawing/2014/main" id="{92B8ECCC-E50F-2535-7AE2-2A96B8921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738" y="2692400"/>
              <a:ext cx="47625" cy="9525"/>
            </a:xfrm>
            <a:custGeom>
              <a:avLst/>
              <a:gdLst>
                <a:gd name="T0" fmla="*/ 136 w 151"/>
                <a:gd name="T1" fmla="*/ 0 h 30"/>
                <a:gd name="T2" fmla="*/ 15 w 151"/>
                <a:gd name="T3" fmla="*/ 0 h 30"/>
                <a:gd name="T4" fmla="*/ 12 w 151"/>
                <a:gd name="T5" fmla="*/ 1 h 30"/>
                <a:gd name="T6" fmla="*/ 9 w 151"/>
                <a:gd name="T7" fmla="*/ 1 h 30"/>
                <a:gd name="T8" fmla="*/ 7 w 151"/>
                <a:gd name="T9" fmla="*/ 3 h 30"/>
                <a:gd name="T10" fmla="*/ 5 w 151"/>
                <a:gd name="T11" fmla="*/ 4 h 30"/>
                <a:gd name="T12" fmla="*/ 3 w 151"/>
                <a:gd name="T13" fmla="*/ 6 h 30"/>
                <a:gd name="T14" fmla="*/ 2 w 151"/>
                <a:gd name="T15" fmla="*/ 10 h 30"/>
                <a:gd name="T16" fmla="*/ 0 w 151"/>
                <a:gd name="T17" fmla="*/ 13 h 30"/>
                <a:gd name="T18" fmla="*/ 0 w 151"/>
                <a:gd name="T19" fmla="*/ 15 h 30"/>
                <a:gd name="T20" fmla="*/ 0 w 151"/>
                <a:gd name="T21" fmla="*/ 18 h 30"/>
                <a:gd name="T22" fmla="*/ 2 w 151"/>
                <a:gd name="T23" fmla="*/ 21 h 30"/>
                <a:gd name="T24" fmla="*/ 3 w 151"/>
                <a:gd name="T25" fmla="*/ 24 h 30"/>
                <a:gd name="T26" fmla="*/ 5 w 151"/>
                <a:gd name="T27" fmla="*/ 26 h 30"/>
                <a:gd name="T28" fmla="*/ 7 w 151"/>
                <a:gd name="T29" fmla="*/ 28 h 30"/>
                <a:gd name="T30" fmla="*/ 9 w 151"/>
                <a:gd name="T31" fmla="*/ 29 h 30"/>
                <a:gd name="T32" fmla="*/ 12 w 151"/>
                <a:gd name="T33" fmla="*/ 30 h 30"/>
                <a:gd name="T34" fmla="*/ 15 w 151"/>
                <a:gd name="T35" fmla="*/ 30 h 30"/>
                <a:gd name="T36" fmla="*/ 136 w 151"/>
                <a:gd name="T37" fmla="*/ 30 h 30"/>
                <a:gd name="T38" fmla="*/ 139 w 151"/>
                <a:gd name="T39" fmla="*/ 30 h 30"/>
                <a:gd name="T40" fmla="*/ 142 w 151"/>
                <a:gd name="T41" fmla="*/ 29 h 30"/>
                <a:gd name="T42" fmla="*/ 144 w 151"/>
                <a:gd name="T43" fmla="*/ 28 h 30"/>
                <a:gd name="T44" fmla="*/ 146 w 151"/>
                <a:gd name="T45" fmla="*/ 26 h 30"/>
                <a:gd name="T46" fmla="*/ 148 w 151"/>
                <a:gd name="T47" fmla="*/ 24 h 30"/>
                <a:gd name="T48" fmla="*/ 150 w 151"/>
                <a:gd name="T49" fmla="*/ 21 h 30"/>
                <a:gd name="T50" fmla="*/ 151 w 151"/>
                <a:gd name="T51" fmla="*/ 18 h 30"/>
                <a:gd name="T52" fmla="*/ 151 w 151"/>
                <a:gd name="T53" fmla="*/ 15 h 30"/>
                <a:gd name="T54" fmla="*/ 151 w 151"/>
                <a:gd name="T55" fmla="*/ 13 h 30"/>
                <a:gd name="T56" fmla="*/ 150 w 151"/>
                <a:gd name="T57" fmla="*/ 10 h 30"/>
                <a:gd name="T58" fmla="*/ 148 w 151"/>
                <a:gd name="T59" fmla="*/ 8 h 30"/>
                <a:gd name="T60" fmla="*/ 146 w 151"/>
                <a:gd name="T61" fmla="*/ 4 h 30"/>
                <a:gd name="T62" fmla="*/ 144 w 151"/>
                <a:gd name="T63" fmla="*/ 3 h 30"/>
                <a:gd name="T64" fmla="*/ 142 w 151"/>
                <a:gd name="T65" fmla="*/ 1 h 30"/>
                <a:gd name="T66" fmla="*/ 139 w 151"/>
                <a:gd name="T67" fmla="*/ 1 h 30"/>
                <a:gd name="T68" fmla="*/ 136 w 15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30">
                  <a:moveTo>
                    <a:pt x="136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36" y="30"/>
                  </a:lnTo>
                  <a:lnTo>
                    <a:pt x="139" y="30"/>
                  </a:lnTo>
                  <a:lnTo>
                    <a:pt x="142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50" y="21"/>
                  </a:lnTo>
                  <a:lnTo>
                    <a:pt x="151" y="18"/>
                  </a:lnTo>
                  <a:lnTo>
                    <a:pt x="151" y="15"/>
                  </a:lnTo>
                  <a:lnTo>
                    <a:pt x="151" y="13"/>
                  </a:lnTo>
                  <a:lnTo>
                    <a:pt x="150" y="10"/>
                  </a:lnTo>
                  <a:lnTo>
                    <a:pt x="148" y="8"/>
                  </a:lnTo>
                  <a:lnTo>
                    <a:pt x="146" y="4"/>
                  </a:lnTo>
                  <a:lnTo>
                    <a:pt x="144" y="3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529">
              <a:extLst>
                <a:ext uri="{FF2B5EF4-FFF2-40B4-BE49-F238E27FC236}">
                  <a16:creationId xmlns:a16="http://schemas.microsoft.com/office/drawing/2014/main" id="{DC62029C-0495-AB44-CB5D-C4DE7E38B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711450"/>
              <a:ext cx="28575" cy="11113"/>
            </a:xfrm>
            <a:custGeom>
              <a:avLst/>
              <a:gdLst>
                <a:gd name="T0" fmla="*/ 76 w 91"/>
                <a:gd name="T1" fmla="*/ 0 h 31"/>
                <a:gd name="T2" fmla="*/ 16 w 91"/>
                <a:gd name="T3" fmla="*/ 0 h 31"/>
                <a:gd name="T4" fmla="*/ 12 w 91"/>
                <a:gd name="T5" fmla="*/ 1 h 31"/>
                <a:gd name="T6" fmla="*/ 10 w 91"/>
                <a:gd name="T7" fmla="*/ 1 h 31"/>
                <a:gd name="T8" fmla="*/ 7 w 91"/>
                <a:gd name="T9" fmla="*/ 3 h 31"/>
                <a:gd name="T10" fmla="*/ 5 w 91"/>
                <a:gd name="T11" fmla="*/ 5 h 31"/>
                <a:gd name="T12" fmla="*/ 3 w 91"/>
                <a:gd name="T13" fmla="*/ 8 h 31"/>
                <a:gd name="T14" fmla="*/ 2 w 91"/>
                <a:gd name="T15" fmla="*/ 10 h 31"/>
                <a:gd name="T16" fmla="*/ 0 w 91"/>
                <a:gd name="T17" fmla="*/ 13 h 31"/>
                <a:gd name="T18" fmla="*/ 0 w 91"/>
                <a:gd name="T19" fmla="*/ 15 h 31"/>
                <a:gd name="T20" fmla="*/ 0 w 91"/>
                <a:gd name="T21" fmla="*/ 18 h 31"/>
                <a:gd name="T22" fmla="*/ 2 w 91"/>
                <a:gd name="T23" fmla="*/ 22 h 31"/>
                <a:gd name="T24" fmla="*/ 3 w 91"/>
                <a:gd name="T25" fmla="*/ 24 h 31"/>
                <a:gd name="T26" fmla="*/ 5 w 91"/>
                <a:gd name="T27" fmla="*/ 26 h 31"/>
                <a:gd name="T28" fmla="*/ 7 w 91"/>
                <a:gd name="T29" fmla="*/ 28 h 31"/>
                <a:gd name="T30" fmla="*/ 10 w 91"/>
                <a:gd name="T31" fmla="*/ 29 h 31"/>
                <a:gd name="T32" fmla="*/ 12 w 91"/>
                <a:gd name="T33" fmla="*/ 30 h 31"/>
                <a:gd name="T34" fmla="*/ 16 w 91"/>
                <a:gd name="T35" fmla="*/ 31 h 31"/>
                <a:gd name="T36" fmla="*/ 76 w 91"/>
                <a:gd name="T37" fmla="*/ 31 h 31"/>
                <a:gd name="T38" fmla="*/ 79 w 91"/>
                <a:gd name="T39" fmla="*/ 30 h 31"/>
                <a:gd name="T40" fmla="*/ 82 w 91"/>
                <a:gd name="T41" fmla="*/ 29 h 31"/>
                <a:gd name="T42" fmla="*/ 84 w 91"/>
                <a:gd name="T43" fmla="*/ 28 h 31"/>
                <a:gd name="T44" fmla="*/ 86 w 91"/>
                <a:gd name="T45" fmla="*/ 26 h 31"/>
                <a:gd name="T46" fmla="*/ 88 w 91"/>
                <a:gd name="T47" fmla="*/ 24 h 31"/>
                <a:gd name="T48" fmla="*/ 90 w 91"/>
                <a:gd name="T49" fmla="*/ 22 h 31"/>
                <a:gd name="T50" fmla="*/ 91 w 91"/>
                <a:gd name="T51" fmla="*/ 18 h 31"/>
                <a:gd name="T52" fmla="*/ 91 w 91"/>
                <a:gd name="T53" fmla="*/ 15 h 31"/>
                <a:gd name="T54" fmla="*/ 91 w 91"/>
                <a:gd name="T55" fmla="*/ 13 h 31"/>
                <a:gd name="T56" fmla="*/ 90 w 91"/>
                <a:gd name="T57" fmla="*/ 10 h 31"/>
                <a:gd name="T58" fmla="*/ 88 w 91"/>
                <a:gd name="T59" fmla="*/ 8 h 31"/>
                <a:gd name="T60" fmla="*/ 86 w 91"/>
                <a:gd name="T61" fmla="*/ 5 h 31"/>
                <a:gd name="T62" fmla="*/ 84 w 91"/>
                <a:gd name="T63" fmla="*/ 3 h 31"/>
                <a:gd name="T64" fmla="*/ 82 w 91"/>
                <a:gd name="T65" fmla="*/ 2 h 31"/>
                <a:gd name="T66" fmla="*/ 79 w 91"/>
                <a:gd name="T67" fmla="*/ 1 h 31"/>
                <a:gd name="T68" fmla="*/ 76 w 91"/>
                <a:gd name="T69" fmla="*/ 0 h 31"/>
                <a:gd name="T70" fmla="*/ 76 w 91"/>
                <a:gd name="T7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" h="31">
                  <a:moveTo>
                    <a:pt x="76" y="0"/>
                  </a:moveTo>
                  <a:lnTo>
                    <a:pt x="16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79" y="30"/>
                  </a:lnTo>
                  <a:lnTo>
                    <a:pt x="82" y="29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90" y="22"/>
                  </a:lnTo>
                  <a:lnTo>
                    <a:pt x="91" y="18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0" y="10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2" y="2"/>
                  </a:lnTo>
                  <a:lnTo>
                    <a:pt x="79" y="1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530">
              <a:extLst>
                <a:ext uri="{FF2B5EF4-FFF2-40B4-BE49-F238E27FC236}">
                  <a16:creationId xmlns:a16="http://schemas.microsoft.com/office/drawing/2014/main" id="{B4CE5FAB-8463-4497-DCE6-5476849DC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273208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1 w 60"/>
                <a:gd name="T5" fmla="*/ 0 h 30"/>
                <a:gd name="T6" fmla="*/ 9 w 60"/>
                <a:gd name="T7" fmla="*/ 1 h 30"/>
                <a:gd name="T8" fmla="*/ 6 w 60"/>
                <a:gd name="T9" fmla="*/ 2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7 h 30"/>
                <a:gd name="T22" fmla="*/ 1 w 60"/>
                <a:gd name="T23" fmla="*/ 21 h 30"/>
                <a:gd name="T24" fmla="*/ 2 w 60"/>
                <a:gd name="T25" fmla="*/ 23 h 30"/>
                <a:gd name="T26" fmla="*/ 4 w 60"/>
                <a:gd name="T27" fmla="*/ 26 h 30"/>
                <a:gd name="T28" fmla="*/ 6 w 60"/>
                <a:gd name="T29" fmla="*/ 27 h 30"/>
                <a:gd name="T30" fmla="*/ 9 w 60"/>
                <a:gd name="T31" fmla="*/ 29 h 30"/>
                <a:gd name="T32" fmla="*/ 11 w 60"/>
                <a:gd name="T33" fmla="*/ 29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29 h 30"/>
                <a:gd name="T40" fmla="*/ 51 w 60"/>
                <a:gd name="T41" fmla="*/ 29 h 30"/>
                <a:gd name="T42" fmla="*/ 53 w 60"/>
                <a:gd name="T43" fmla="*/ 27 h 30"/>
                <a:gd name="T44" fmla="*/ 55 w 60"/>
                <a:gd name="T45" fmla="*/ 26 h 30"/>
                <a:gd name="T46" fmla="*/ 57 w 60"/>
                <a:gd name="T47" fmla="*/ 23 h 30"/>
                <a:gd name="T48" fmla="*/ 59 w 60"/>
                <a:gd name="T49" fmla="*/ 21 h 30"/>
                <a:gd name="T50" fmla="*/ 60 w 60"/>
                <a:gd name="T51" fmla="*/ 17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7 w 60"/>
                <a:gd name="T59" fmla="*/ 7 h 30"/>
                <a:gd name="T60" fmla="*/ 55 w 60"/>
                <a:gd name="T61" fmla="*/ 5 h 30"/>
                <a:gd name="T62" fmla="*/ 53 w 60"/>
                <a:gd name="T63" fmla="*/ 2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6"/>
                  </a:lnTo>
                  <a:lnTo>
                    <a:pt x="57" y="23"/>
                  </a:lnTo>
                  <a:lnTo>
                    <a:pt x="59" y="21"/>
                  </a:lnTo>
                  <a:lnTo>
                    <a:pt x="60" y="17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531">
              <a:extLst>
                <a:ext uri="{FF2B5EF4-FFF2-40B4-BE49-F238E27FC236}">
                  <a16:creationId xmlns:a16="http://schemas.microsoft.com/office/drawing/2014/main" id="{373EF624-E888-5BD1-789C-63B57C63B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0" y="2530475"/>
              <a:ext cx="114300" cy="114300"/>
            </a:xfrm>
            <a:custGeom>
              <a:avLst/>
              <a:gdLst>
                <a:gd name="T0" fmla="*/ 167 w 362"/>
                <a:gd name="T1" fmla="*/ 103 h 362"/>
                <a:gd name="T2" fmla="*/ 169 w 362"/>
                <a:gd name="T3" fmla="*/ 98 h 362"/>
                <a:gd name="T4" fmla="*/ 172 w 362"/>
                <a:gd name="T5" fmla="*/ 94 h 362"/>
                <a:gd name="T6" fmla="*/ 177 w 362"/>
                <a:gd name="T7" fmla="*/ 92 h 362"/>
                <a:gd name="T8" fmla="*/ 184 w 362"/>
                <a:gd name="T9" fmla="*/ 92 h 362"/>
                <a:gd name="T10" fmla="*/ 189 w 362"/>
                <a:gd name="T11" fmla="*/ 94 h 362"/>
                <a:gd name="T12" fmla="*/ 193 w 362"/>
                <a:gd name="T13" fmla="*/ 98 h 362"/>
                <a:gd name="T14" fmla="*/ 196 w 362"/>
                <a:gd name="T15" fmla="*/ 103 h 362"/>
                <a:gd name="T16" fmla="*/ 196 w 362"/>
                <a:gd name="T17" fmla="*/ 181 h 362"/>
                <a:gd name="T18" fmla="*/ 244 w 362"/>
                <a:gd name="T19" fmla="*/ 182 h 362"/>
                <a:gd name="T20" fmla="*/ 249 w 362"/>
                <a:gd name="T21" fmla="*/ 184 h 362"/>
                <a:gd name="T22" fmla="*/ 254 w 362"/>
                <a:gd name="T23" fmla="*/ 188 h 362"/>
                <a:gd name="T24" fmla="*/ 256 w 362"/>
                <a:gd name="T25" fmla="*/ 193 h 362"/>
                <a:gd name="T26" fmla="*/ 256 w 362"/>
                <a:gd name="T27" fmla="*/ 199 h 362"/>
                <a:gd name="T28" fmla="*/ 254 w 362"/>
                <a:gd name="T29" fmla="*/ 204 h 362"/>
                <a:gd name="T30" fmla="*/ 249 w 362"/>
                <a:gd name="T31" fmla="*/ 208 h 362"/>
                <a:gd name="T32" fmla="*/ 244 w 362"/>
                <a:gd name="T33" fmla="*/ 211 h 362"/>
                <a:gd name="T34" fmla="*/ 181 w 362"/>
                <a:gd name="T35" fmla="*/ 212 h 362"/>
                <a:gd name="T36" fmla="*/ 175 w 362"/>
                <a:gd name="T37" fmla="*/ 211 h 362"/>
                <a:gd name="T38" fmla="*/ 170 w 362"/>
                <a:gd name="T39" fmla="*/ 206 h 362"/>
                <a:gd name="T40" fmla="*/ 167 w 362"/>
                <a:gd name="T41" fmla="*/ 202 h 362"/>
                <a:gd name="T42" fmla="*/ 166 w 362"/>
                <a:gd name="T43" fmla="*/ 197 h 362"/>
                <a:gd name="T44" fmla="*/ 181 w 362"/>
                <a:gd name="T45" fmla="*/ 362 h 362"/>
                <a:gd name="T46" fmla="*/ 217 w 362"/>
                <a:gd name="T47" fmla="*/ 359 h 362"/>
                <a:gd name="T48" fmla="*/ 251 w 362"/>
                <a:gd name="T49" fmla="*/ 348 h 362"/>
                <a:gd name="T50" fmla="*/ 281 w 362"/>
                <a:gd name="T51" fmla="*/ 331 h 362"/>
                <a:gd name="T52" fmla="*/ 308 w 362"/>
                <a:gd name="T53" fmla="*/ 309 h 362"/>
                <a:gd name="T54" fmla="*/ 331 w 362"/>
                <a:gd name="T55" fmla="*/ 282 h 362"/>
                <a:gd name="T56" fmla="*/ 347 w 362"/>
                <a:gd name="T57" fmla="*/ 251 h 362"/>
                <a:gd name="T58" fmla="*/ 358 w 362"/>
                <a:gd name="T59" fmla="*/ 217 h 362"/>
                <a:gd name="T60" fmla="*/ 362 w 362"/>
                <a:gd name="T61" fmla="*/ 182 h 362"/>
                <a:gd name="T62" fmla="*/ 358 w 362"/>
                <a:gd name="T63" fmla="*/ 145 h 362"/>
                <a:gd name="T64" fmla="*/ 347 w 362"/>
                <a:gd name="T65" fmla="*/ 111 h 362"/>
                <a:gd name="T66" fmla="*/ 331 w 362"/>
                <a:gd name="T67" fmla="*/ 80 h 362"/>
                <a:gd name="T68" fmla="*/ 308 w 362"/>
                <a:gd name="T69" fmla="*/ 53 h 362"/>
                <a:gd name="T70" fmla="*/ 281 w 362"/>
                <a:gd name="T71" fmla="*/ 31 h 362"/>
                <a:gd name="T72" fmla="*/ 251 w 362"/>
                <a:gd name="T73" fmla="*/ 14 h 362"/>
                <a:gd name="T74" fmla="*/ 217 w 362"/>
                <a:gd name="T75" fmla="*/ 5 h 362"/>
                <a:gd name="T76" fmla="*/ 181 w 362"/>
                <a:gd name="T77" fmla="*/ 0 h 362"/>
                <a:gd name="T78" fmla="*/ 144 w 362"/>
                <a:gd name="T79" fmla="*/ 5 h 362"/>
                <a:gd name="T80" fmla="*/ 111 w 362"/>
                <a:gd name="T81" fmla="*/ 14 h 362"/>
                <a:gd name="T82" fmla="*/ 80 w 362"/>
                <a:gd name="T83" fmla="*/ 31 h 362"/>
                <a:gd name="T84" fmla="*/ 53 w 362"/>
                <a:gd name="T85" fmla="*/ 53 h 362"/>
                <a:gd name="T86" fmla="*/ 32 w 362"/>
                <a:gd name="T87" fmla="*/ 80 h 362"/>
                <a:gd name="T88" fmla="*/ 14 w 362"/>
                <a:gd name="T89" fmla="*/ 111 h 362"/>
                <a:gd name="T90" fmla="*/ 4 w 362"/>
                <a:gd name="T91" fmla="*/ 145 h 362"/>
                <a:gd name="T92" fmla="*/ 0 w 362"/>
                <a:gd name="T93" fmla="*/ 182 h 362"/>
                <a:gd name="T94" fmla="*/ 4 w 362"/>
                <a:gd name="T95" fmla="*/ 217 h 362"/>
                <a:gd name="T96" fmla="*/ 14 w 362"/>
                <a:gd name="T97" fmla="*/ 251 h 362"/>
                <a:gd name="T98" fmla="*/ 32 w 362"/>
                <a:gd name="T99" fmla="*/ 282 h 362"/>
                <a:gd name="T100" fmla="*/ 53 w 362"/>
                <a:gd name="T101" fmla="*/ 309 h 362"/>
                <a:gd name="T102" fmla="*/ 80 w 362"/>
                <a:gd name="T103" fmla="*/ 331 h 362"/>
                <a:gd name="T104" fmla="*/ 111 w 362"/>
                <a:gd name="T105" fmla="*/ 348 h 362"/>
                <a:gd name="T106" fmla="*/ 144 w 362"/>
                <a:gd name="T107" fmla="*/ 359 h 362"/>
                <a:gd name="T108" fmla="*/ 181 w 362"/>
                <a:gd name="T10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2" h="362">
                  <a:moveTo>
                    <a:pt x="166" y="105"/>
                  </a:moveTo>
                  <a:lnTo>
                    <a:pt x="167" y="103"/>
                  </a:lnTo>
                  <a:lnTo>
                    <a:pt x="167" y="100"/>
                  </a:lnTo>
                  <a:lnTo>
                    <a:pt x="169" y="98"/>
                  </a:lnTo>
                  <a:lnTo>
                    <a:pt x="170" y="95"/>
                  </a:lnTo>
                  <a:lnTo>
                    <a:pt x="172" y="94"/>
                  </a:lnTo>
                  <a:lnTo>
                    <a:pt x="175" y="92"/>
                  </a:lnTo>
                  <a:lnTo>
                    <a:pt x="177" y="92"/>
                  </a:lnTo>
                  <a:lnTo>
                    <a:pt x="181" y="90"/>
                  </a:lnTo>
                  <a:lnTo>
                    <a:pt x="184" y="92"/>
                  </a:lnTo>
                  <a:lnTo>
                    <a:pt x="187" y="92"/>
                  </a:lnTo>
                  <a:lnTo>
                    <a:pt x="189" y="94"/>
                  </a:lnTo>
                  <a:lnTo>
                    <a:pt x="191" y="95"/>
                  </a:lnTo>
                  <a:lnTo>
                    <a:pt x="193" y="98"/>
                  </a:lnTo>
                  <a:lnTo>
                    <a:pt x="195" y="100"/>
                  </a:lnTo>
                  <a:lnTo>
                    <a:pt x="196" y="103"/>
                  </a:lnTo>
                  <a:lnTo>
                    <a:pt x="196" y="105"/>
                  </a:lnTo>
                  <a:lnTo>
                    <a:pt x="196" y="181"/>
                  </a:lnTo>
                  <a:lnTo>
                    <a:pt x="241" y="181"/>
                  </a:lnTo>
                  <a:lnTo>
                    <a:pt x="244" y="182"/>
                  </a:lnTo>
                  <a:lnTo>
                    <a:pt x="247" y="183"/>
                  </a:lnTo>
                  <a:lnTo>
                    <a:pt x="249" y="184"/>
                  </a:lnTo>
                  <a:lnTo>
                    <a:pt x="251" y="186"/>
                  </a:lnTo>
                  <a:lnTo>
                    <a:pt x="254" y="188"/>
                  </a:lnTo>
                  <a:lnTo>
                    <a:pt x="255" y="190"/>
                  </a:lnTo>
                  <a:lnTo>
                    <a:pt x="256" y="193"/>
                  </a:lnTo>
                  <a:lnTo>
                    <a:pt x="256" y="197"/>
                  </a:lnTo>
                  <a:lnTo>
                    <a:pt x="256" y="199"/>
                  </a:lnTo>
                  <a:lnTo>
                    <a:pt x="255" y="202"/>
                  </a:lnTo>
                  <a:lnTo>
                    <a:pt x="254" y="204"/>
                  </a:lnTo>
                  <a:lnTo>
                    <a:pt x="251" y="206"/>
                  </a:lnTo>
                  <a:lnTo>
                    <a:pt x="249" y="208"/>
                  </a:lnTo>
                  <a:lnTo>
                    <a:pt x="247" y="211"/>
                  </a:lnTo>
                  <a:lnTo>
                    <a:pt x="244" y="211"/>
                  </a:lnTo>
                  <a:lnTo>
                    <a:pt x="241" y="212"/>
                  </a:lnTo>
                  <a:lnTo>
                    <a:pt x="181" y="212"/>
                  </a:lnTo>
                  <a:lnTo>
                    <a:pt x="177" y="211"/>
                  </a:lnTo>
                  <a:lnTo>
                    <a:pt x="175" y="211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9" y="204"/>
                  </a:lnTo>
                  <a:lnTo>
                    <a:pt x="167" y="202"/>
                  </a:lnTo>
                  <a:lnTo>
                    <a:pt x="167" y="199"/>
                  </a:lnTo>
                  <a:lnTo>
                    <a:pt x="166" y="197"/>
                  </a:lnTo>
                  <a:lnTo>
                    <a:pt x="166" y="105"/>
                  </a:lnTo>
                  <a:close/>
                  <a:moveTo>
                    <a:pt x="181" y="362"/>
                  </a:moveTo>
                  <a:lnTo>
                    <a:pt x="200" y="361"/>
                  </a:lnTo>
                  <a:lnTo>
                    <a:pt x="217" y="359"/>
                  </a:lnTo>
                  <a:lnTo>
                    <a:pt x="234" y="353"/>
                  </a:lnTo>
                  <a:lnTo>
                    <a:pt x="251" y="348"/>
                  </a:lnTo>
                  <a:lnTo>
                    <a:pt x="268" y="340"/>
                  </a:lnTo>
                  <a:lnTo>
                    <a:pt x="281" y="331"/>
                  </a:lnTo>
                  <a:lnTo>
                    <a:pt x="295" y="320"/>
                  </a:lnTo>
                  <a:lnTo>
                    <a:pt x="308" y="309"/>
                  </a:lnTo>
                  <a:lnTo>
                    <a:pt x="320" y="296"/>
                  </a:lnTo>
                  <a:lnTo>
                    <a:pt x="331" y="282"/>
                  </a:lnTo>
                  <a:lnTo>
                    <a:pt x="339" y="267"/>
                  </a:lnTo>
                  <a:lnTo>
                    <a:pt x="347" y="251"/>
                  </a:lnTo>
                  <a:lnTo>
                    <a:pt x="353" y="235"/>
                  </a:lnTo>
                  <a:lnTo>
                    <a:pt x="358" y="217"/>
                  </a:lnTo>
                  <a:lnTo>
                    <a:pt x="361" y="200"/>
                  </a:lnTo>
                  <a:lnTo>
                    <a:pt x="362" y="182"/>
                  </a:lnTo>
                  <a:lnTo>
                    <a:pt x="361" y="162"/>
                  </a:lnTo>
                  <a:lnTo>
                    <a:pt x="358" y="145"/>
                  </a:lnTo>
                  <a:lnTo>
                    <a:pt x="353" y="127"/>
                  </a:lnTo>
                  <a:lnTo>
                    <a:pt x="347" y="111"/>
                  </a:lnTo>
                  <a:lnTo>
                    <a:pt x="339" y="95"/>
                  </a:lnTo>
                  <a:lnTo>
                    <a:pt x="331" y="80"/>
                  </a:lnTo>
                  <a:lnTo>
                    <a:pt x="320" y="66"/>
                  </a:lnTo>
                  <a:lnTo>
                    <a:pt x="308" y="53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8" y="22"/>
                  </a:lnTo>
                  <a:lnTo>
                    <a:pt x="251" y="14"/>
                  </a:lnTo>
                  <a:lnTo>
                    <a:pt x="234" y="9"/>
                  </a:lnTo>
                  <a:lnTo>
                    <a:pt x="217" y="5"/>
                  </a:lnTo>
                  <a:lnTo>
                    <a:pt x="200" y="1"/>
                  </a:lnTo>
                  <a:lnTo>
                    <a:pt x="181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7" y="9"/>
                  </a:lnTo>
                  <a:lnTo>
                    <a:pt x="111" y="14"/>
                  </a:lnTo>
                  <a:lnTo>
                    <a:pt x="95" y="22"/>
                  </a:lnTo>
                  <a:lnTo>
                    <a:pt x="80" y="31"/>
                  </a:lnTo>
                  <a:lnTo>
                    <a:pt x="66" y="42"/>
                  </a:lnTo>
                  <a:lnTo>
                    <a:pt x="53" y="53"/>
                  </a:lnTo>
                  <a:lnTo>
                    <a:pt x="41" y="66"/>
                  </a:lnTo>
                  <a:lnTo>
                    <a:pt x="32" y="80"/>
                  </a:lnTo>
                  <a:lnTo>
                    <a:pt x="22" y="95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4" y="145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200"/>
                  </a:lnTo>
                  <a:lnTo>
                    <a:pt x="4" y="217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2" y="267"/>
                  </a:lnTo>
                  <a:lnTo>
                    <a:pt x="32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6" y="320"/>
                  </a:lnTo>
                  <a:lnTo>
                    <a:pt x="80" y="331"/>
                  </a:lnTo>
                  <a:lnTo>
                    <a:pt x="95" y="340"/>
                  </a:lnTo>
                  <a:lnTo>
                    <a:pt x="111" y="348"/>
                  </a:lnTo>
                  <a:lnTo>
                    <a:pt x="127" y="353"/>
                  </a:lnTo>
                  <a:lnTo>
                    <a:pt x="144" y="359"/>
                  </a:lnTo>
                  <a:lnTo>
                    <a:pt x="162" y="361"/>
                  </a:lnTo>
                  <a:lnTo>
                    <a:pt x="181" y="3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32">
              <a:extLst>
                <a:ext uri="{FF2B5EF4-FFF2-40B4-BE49-F238E27FC236}">
                  <a16:creationId xmlns:a16="http://schemas.microsoft.com/office/drawing/2014/main" id="{57A01D3D-C05E-32DA-0374-A66FE6708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225" y="2732088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38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8 w 150"/>
                <a:gd name="T11" fmla="*/ 39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8 w 150"/>
                <a:gd name="T21" fmla="*/ 111 h 150"/>
                <a:gd name="T22" fmla="*/ 17 w 150"/>
                <a:gd name="T23" fmla="*/ 123 h 150"/>
                <a:gd name="T24" fmla="*/ 27 w 150"/>
                <a:gd name="T25" fmla="*/ 133 h 150"/>
                <a:gd name="T26" fmla="*/ 38 w 150"/>
                <a:gd name="T27" fmla="*/ 141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0 w 150"/>
                <a:gd name="T37" fmla="*/ 141 h 150"/>
                <a:gd name="T38" fmla="*/ 122 w 150"/>
                <a:gd name="T39" fmla="*/ 133 h 150"/>
                <a:gd name="T40" fmla="*/ 133 w 150"/>
                <a:gd name="T41" fmla="*/ 123 h 150"/>
                <a:gd name="T42" fmla="*/ 140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0 w 150"/>
                <a:gd name="T53" fmla="*/ 39 h 150"/>
                <a:gd name="T54" fmla="*/ 133 w 150"/>
                <a:gd name="T55" fmla="*/ 27 h 150"/>
                <a:gd name="T56" fmla="*/ 122 w 150"/>
                <a:gd name="T57" fmla="*/ 17 h 150"/>
                <a:gd name="T58" fmla="*/ 110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1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8" y="39"/>
                  </a:lnTo>
                  <a:lnTo>
                    <a:pt x="5" y="45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8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1" y="128"/>
                  </a:lnTo>
                  <a:lnTo>
                    <a:pt x="27" y="133"/>
                  </a:lnTo>
                  <a:lnTo>
                    <a:pt x="32" y="138"/>
                  </a:lnTo>
                  <a:lnTo>
                    <a:pt x="38" y="141"/>
                  </a:lnTo>
                  <a:lnTo>
                    <a:pt x="45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4"/>
                  </a:lnTo>
                  <a:lnTo>
                    <a:pt x="110" y="141"/>
                  </a:lnTo>
                  <a:lnTo>
                    <a:pt x="117" y="138"/>
                  </a:lnTo>
                  <a:lnTo>
                    <a:pt x="122" y="133"/>
                  </a:lnTo>
                  <a:lnTo>
                    <a:pt x="127" y="128"/>
                  </a:lnTo>
                  <a:lnTo>
                    <a:pt x="133" y="123"/>
                  </a:lnTo>
                  <a:lnTo>
                    <a:pt x="137" y="117"/>
                  </a:lnTo>
                  <a:lnTo>
                    <a:pt x="140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533">
              <a:extLst>
                <a:ext uri="{FF2B5EF4-FFF2-40B4-BE49-F238E27FC236}">
                  <a16:creationId xmlns:a16="http://schemas.microsoft.com/office/drawing/2014/main" id="{4B6562E9-E1C0-3A4D-9B92-826B6FAA55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238" y="2654300"/>
              <a:ext cx="96838" cy="106363"/>
            </a:xfrm>
            <a:custGeom>
              <a:avLst/>
              <a:gdLst>
                <a:gd name="T0" fmla="*/ 30 w 301"/>
                <a:gd name="T1" fmla="*/ 30 h 331"/>
                <a:gd name="T2" fmla="*/ 250 w 301"/>
                <a:gd name="T3" fmla="*/ 150 h 331"/>
                <a:gd name="T4" fmla="*/ 301 w 301"/>
                <a:gd name="T5" fmla="*/ 165 h 331"/>
                <a:gd name="T6" fmla="*/ 300 w 301"/>
                <a:gd name="T7" fmla="*/ 161 h 331"/>
                <a:gd name="T8" fmla="*/ 300 w 301"/>
                <a:gd name="T9" fmla="*/ 160 h 331"/>
                <a:gd name="T10" fmla="*/ 297 w 301"/>
                <a:gd name="T11" fmla="*/ 155 h 331"/>
                <a:gd name="T12" fmla="*/ 297 w 301"/>
                <a:gd name="T13" fmla="*/ 155 h 331"/>
                <a:gd name="T14" fmla="*/ 144 w 301"/>
                <a:gd name="T15" fmla="*/ 2 h 331"/>
                <a:gd name="T16" fmla="*/ 138 w 301"/>
                <a:gd name="T17" fmla="*/ 0 h 331"/>
                <a:gd name="T18" fmla="*/ 15 w 301"/>
                <a:gd name="T19" fmla="*/ 0 h 331"/>
                <a:gd name="T20" fmla="*/ 10 w 301"/>
                <a:gd name="T21" fmla="*/ 1 h 331"/>
                <a:gd name="T22" fmla="*/ 4 w 301"/>
                <a:gd name="T23" fmla="*/ 4 h 331"/>
                <a:gd name="T24" fmla="*/ 1 w 301"/>
                <a:gd name="T25" fmla="*/ 10 h 331"/>
                <a:gd name="T26" fmla="*/ 0 w 301"/>
                <a:gd name="T27" fmla="*/ 15 h 331"/>
                <a:gd name="T28" fmla="*/ 0 w 301"/>
                <a:gd name="T29" fmla="*/ 316 h 331"/>
                <a:gd name="T30" fmla="*/ 1 w 301"/>
                <a:gd name="T31" fmla="*/ 322 h 331"/>
                <a:gd name="T32" fmla="*/ 4 w 301"/>
                <a:gd name="T33" fmla="*/ 327 h 331"/>
                <a:gd name="T34" fmla="*/ 10 w 301"/>
                <a:gd name="T35" fmla="*/ 330 h 331"/>
                <a:gd name="T36" fmla="*/ 15 w 301"/>
                <a:gd name="T37" fmla="*/ 331 h 331"/>
                <a:gd name="T38" fmla="*/ 31 w 301"/>
                <a:gd name="T39" fmla="*/ 324 h 331"/>
                <a:gd name="T40" fmla="*/ 31 w 301"/>
                <a:gd name="T41" fmla="*/ 306 h 331"/>
                <a:gd name="T42" fmla="*/ 35 w 301"/>
                <a:gd name="T43" fmla="*/ 285 h 331"/>
                <a:gd name="T44" fmla="*/ 43 w 301"/>
                <a:gd name="T45" fmla="*/ 266 h 331"/>
                <a:gd name="T46" fmla="*/ 55 w 301"/>
                <a:gd name="T47" fmla="*/ 249 h 331"/>
                <a:gd name="T48" fmla="*/ 69 w 301"/>
                <a:gd name="T49" fmla="*/ 235 h 331"/>
                <a:gd name="T50" fmla="*/ 86 w 301"/>
                <a:gd name="T51" fmla="*/ 223 h 331"/>
                <a:gd name="T52" fmla="*/ 104 w 301"/>
                <a:gd name="T53" fmla="*/ 215 h 331"/>
                <a:gd name="T54" fmla="*/ 126 w 301"/>
                <a:gd name="T55" fmla="*/ 211 h 331"/>
                <a:gd name="T56" fmla="*/ 147 w 301"/>
                <a:gd name="T57" fmla="*/ 211 h 331"/>
                <a:gd name="T58" fmla="*/ 167 w 301"/>
                <a:gd name="T59" fmla="*/ 215 h 331"/>
                <a:gd name="T60" fmla="*/ 186 w 301"/>
                <a:gd name="T61" fmla="*/ 223 h 331"/>
                <a:gd name="T62" fmla="*/ 203 w 301"/>
                <a:gd name="T63" fmla="*/ 235 h 331"/>
                <a:gd name="T64" fmla="*/ 217 w 301"/>
                <a:gd name="T65" fmla="*/ 249 h 331"/>
                <a:gd name="T66" fmla="*/ 229 w 301"/>
                <a:gd name="T67" fmla="*/ 266 h 331"/>
                <a:gd name="T68" fmla="*/ 236 w 301"/>
                <a:gd name="T69" fmla="*/ 285 h 331"/>
                <a:gd name="T70" fmla="*/ 240 w 301"/>
                <a:gd name="T71" fmla="*/ 306 h 331"/>
                <a:gd name="T72" fmla="*/ 241 w 301"/>
                <a:gd name="T73" fmla="*/ 324 h 331"/>
                <a:gd name="T74" fmla="*/ 286 w 301"/>
                <a:gd name="T75" fmla="*/ 331 h 331"/>
                <a:gd name="T76" fmla="*/ 292 w 301"/>
                <a:gd name="T77" fmla="*/ 330 h 331"/>
                <a:gd name="T78" fmla="*/ 297 w 301"/>
                <a:gd name="T79" fmla="*/ 327 h 331"/>
                <a:gd name="T80" fmla="*/ 300 w 301"/>
                <a:gd name="T81" fmla="*/ 322 h 331"/>
                <a:gd name="T82" fmla="*/ 301 w 301"/>
                <a:gd name="T83" fmla="*/ 316 h 331"/>
                <a:gd name="T84" fmla="*/ 301 w 301"/>
                <a:gd name="T85" fmla="*/ 16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331">
                  <a:moveTo>
                    <a:pt x="30" y="150"/>
                  </a:moveTo>
                  <a:lnTo>
                    <a:pt x="30" y="30"/>
                  </a:lnTo>
                  <a:lnTo>
                    <a:pt x="130" y="30"/>
                  </a:lnTo>
                  <a:lnTo>
                    <a:pt x="250" y="150"/>
                  </a:lnTo>
                  <a:lnTo>
                    <a:pt x="30" y="150"/>
                  </a:lnTo>
                  <a:close/>
                  <a:moveTo>
                    <a:pt x="301" y="165"/>
                  </a:moveTo>
                  <a:lnTo>
                    <a:pt x="300" y="163"/>
                  </a:lnTo>
                  <a:lnTo>
                    <a:pt x="300" y="161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8" y="156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147" y="4"/>
                  </a:lnTo>
                  <a:lnTo>
                    <a:pt x="144" y="2"/>
                  </a:lnTo>
                  <a:lnTo>
                    <a:pt x="142" y="1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65"/>
                  </a:lnTo>
                  <a:lnTo>
                    <a:pt x="0" y="316"/>
                  </a:lnTo>
                  <a:lnTo>
                    <a:pt x="1" y="320"/>
                  </a:lnTo>
                  <a:lnTo>
                    <a:pt x="1" y="322"/>
                  </a:lnTo>
                  <a:lnTo>
                    <a:pt x="3" y="325"/>
                  </a:lnTo>
                  <a:lnTo>
                    <a:pt x="4" y="327"/>
                  </a:lnTo>
                  <a:lnTo>
                    <a:pt x="7" y="328"/>
                  </a:lnTo>
                  <a:lnTo>
                    <a:pt x="10" y="330"/>
                  </a:lnTo>
                  <a:lnTo>
                    <a:pt x="12" y="331"/>
                  </a:lnTo>
                  <a:lnTo>
                    <a:pt x="15" y="331"/>
                  </a:lnTo>
                  <a:lnTo>
                    <a:pt x="31" y="331"/>
                  </a:lnTo>
                  <a:lnTo>
                    <a:pt x="31" y="324"/>
                  </a:lnTo>
                  <a:lnTo>
                    <a:pt x="30" y="316"/>
                  </a:lnTo>
                  <a:lnTo>
                    <a:pt x="31" y="306"/>
                  </a:lnTo>
                  <a:lnTo>
                    <a:pt x="32" y="295"/>
                  </a:lnTo>
                  <a:lnTo>
                    <a:pt x="35" y="285"/>
                  </a:lnTo>
                  <a:lnTo>
                    <a:pt x="39" y="276"/>
                  </a:lnTo>
                  <a:lnTo>
                    <a:pt x="43" y="266"/>
                  </a:lnTo>
                  <a:lnTo>
                    <a:pt x="48" y="257"/>
                  </a:lnTo>
                  <a:lnTo>
                    <a:pt x="55" y="249"/>
                  </a:lnTo>
                  <a:lnTo>
                    <a:pt x="61" y="241"/>
                  </a:lnTo>
                  <a:lnTo>
                    <a:pt x="69" y="235"/>
                  </a:lnTo>
                  <a:lnTo>
                    <a:pt x="77" y="228"/>
                  </a:lnTo>
                  <a:lnTo>
                    <a:pt x="86" y="223"/>
                  </a:lnTo>
                  <a:lnTo>
                    <a:pt x="94" y="219"/>
                  </a:lnTo>
                  <a:lnTo>
                    <a:pt x="104" y="215"/>
                  </a:lnTo>
                  <a:lnTo>
                    <a:pt x="115" y="213"/>
                  </a:lnTo>
                  <a:lnTo>
                    <a:pt x="126" y="211"/>
                  </a:lnTo>
                  <a:lnTo>
                    <a:pt x="136" y="211"/>
                  </a:lnTo>
                  <a:lnTo>
                    <a:pt x="147" y="211"/>
                  </a:lnTo>
                  <a:lnTo>
                    <a:pt x="157" y="213"/>
                  </a:lnTo>
                  <a:lnTo>
                    <a:pt x="167" y="215"/>
                  </a:lnTo>
                  <a:lnTo>
                    <a:pt x="177" y="219"/>
                  </a:lnTo>
                  <a:lnTo>
                    <a:pt x="186" y="223"/>
                  </a:lnTo>
                  <a:lnTo>
                    <a:pt x="194" y="228"/>
                  </a:lnTo>
                  <a:lnTo>
                    <a:pt x="203" y="235"/>
                  </a:lnTo>
                  <a:lnTo>
                    <a:pt x="210" y="241"/>
                  </a:lnTo>
                  <a:lnTo>
                    <a:pt x="217" y="249"/>
                  </a:lnTo>
                  <a:lnTo>
                    <a:pt x="223" y="257"/>
                  </a:lnTo>
                  <a:lnTo>
                    <a:pt x="229" y="266"/>
                  </a:lnTo>
                  <a:lnTo>
                    <a:pt x="233" y="276"/>
                  </a:lnTo>
                  <a:lnTo>
                    <a:pt x="236" y="285"/>
                  </a:lnTo>
                  <a:lnTo>
                    <a:pt x="239" y="295"/>
                  </a:lnTo>
                  <a:lnTo>
                    <a:pt x="240" y="306"/>
                  </a:lnTo>
                  <a:lnTo>
                    <a:pt x="241" y="316"/>
                  </a:lnTo>
                  <a:lnTo>
                    <a:pt x="241" y="324"/>
                  </a:lnTo>
                  <a:lnTo>
                    <a:pt x="240" y="331"/>
                  </a:lnTo>
                  <a:lnTo>
                    <a:pt x="286" y="331"/>
                  </a:lnTo>
                  <a:lnTo>
                    <a:pt x="290" y="330"/>
                  </a:lnTo>
                  <a:lnTo>
                    <a:pt x="292" y="330"/>
                  </a:lnTo>
                  <a:lnTo>
                    <a:pt x="295" y="328"/>
                  </a:lnTo>
                  <a:lnTo>
                    <a:pt x="297" y="327"/>
                  </a:lnTo>
                  <a:lnTo>
                    <a:pt x="299" y="325"/>
                  </a:lnTo>
                  <a:lnTo>
                    <a:pt x="300" y="322"/>
                  </a:lnTo>
                  <a:lnTo>
                    <a:pt x="301" y="320"/>
                  </a:lnTo>
                  <a:lnTo>
                    <a:pt x="301" y="316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30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534">
              <a:extLst>
                <a:ext uri="{FF2B5EF4-FFF2-40B4-BE49-F238E27FC236}">
                  <a16:creationId xmlns:a16="http://schemas.microsoft.com/office/drawing/2014/main" id="{CE0E248A-CCDA-DC36-7D30-76C84757C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732088"/>
              <a:ext cx="49213" cy="47625"/>
            </a:xfrm>
            <a:custGeom>
              <a:avLst/>
              <a:gdLst>
                <a:gd name="T0" fmla="*/ 68 w 151"/>
                <a:gd name="T1" fmla="*/ 0 h 150"/>
                <a:gd name="T2" fmla="*/ 54 w 151"/>
                <a:gd name="T3" fmla="*/ 3 h 150"/>
                <a:gd name="T4" fmla="*/ 40 w 151"/>
                <a:gd name="T5" fmla="*/ 9 h 150"/>
                <a:gd name="T6" fmla="*/ 28 w 151"/>
                <a:gd name="T7" fmla="*/ 17 h 150"/>
                <a:gd name="T8" fmla="*/ 17 w 151"/>
                <a:gd name="T9" fmla="*/ 27 h 150"/>
                <a:gd name="T10" fmla="*/ 10 w 151"/>
                <a:gd name="T11" fmla="*/ 39 h 150"/>
                <a:gd name="T12" fmla="*/ 4 w 151"/>
                <a:gd name="T13" fmla="*/ 53 h 150"/>
                <a:gd name="T14" fmla="*/ 1 w 151"/>
                <a:gd name="T15" fmla="*/ 68 h 150"/>
                <a:gd name="T16" fmla="*/ 1 w 151"/>
                <a:gd name="T17" fmla="*/ 83 h 150"/>
                <a:gd name="T18" fmla="*/ 4 w 151"/>
                <a:gd name="T19" fmla="*/ 98 h 150"/>
                <a:gd name="T20" fmla="*/ 10 w 151"/>
                <a:gd name="T21" fmla="*/ 111 h 150"/>
                <a:gd name="T22" fmla="*/ 17 w 151"/>
                <a:gd name="T23" fmla="*/ 123 h 150"/>
                <a:gd name="T24" fmla="*/ 28 w 151"/>
                <a:gd name="T25" fmla="*/ 133 h 150"/>
                <a:gd name="T26" fmla="*/ 40 w 151"/>
                <a:gd name="T27" fmla="*/ 141 h 150"/>
                <a:gd name="T28" fmla="*/ 54 w 151"/>
                <a:gd name="T29" fmla="*/ 147 h 150"/>
                <a:gd name="T30" fmla="*/ 68 w 151"/>
                <a:gd name="T31" fmla="*/ 150 h 150"/>
                <a:gd name="T32" fmla="*/ 84 w 151"/>
                <a:gd name="T33" fmla="*/ 150 h 150"/>
                <a:gd name="T34" fmla="*/ 98 w 151"/>
                <a:gd name="T35" fmla="*/ 147 h 150"/>
                <a:gd name="T36" fmla="*/ 112 w 151"/>
                <a:gd name="T37" fmla="*/ 141 h 150"/>
                <a:gd name="T38" fmla="*/ 124 w 151"/>
                <a:gd name="T39" fmla="*/ 133 h 150"/>
                <a:gd name="T40" fmla="*/ 134 w 151"/>
                <a:gd name="T41" fmla="*/ 123 h 150"/>
                <a:gd name="T42" fmla="*/ 142 w 151"/>
                <a:gd name="T43" fmla="*/ 111 h 150"/>
                <a:gd name="T44" fmla="*/ 148 w 151"/>
                <a:gd name="T45" fmla="*/ 98 h 150"/>
                <a:gd name="T46" fmla="*/ 150 w 151"/>
                <a:gd name="T47" fmla="*/ 83 h 150"/>
                <a:gd name="T48" fmla="*/ 150 w 151"/>
                <a:gd name="T49" fmla="*/ 68 h 150"/>
                <a:gd name="T50" fmla="*/ 148 w 151"/>
                <a:gd name="T51" fmla="*/ 53 h 150"/>
                <a:gd name="T52" fmla="*/ 142 w 151"/>
                <a:gd name="T53" fmla="*/ 39 h 150"/>
                <a:gd name="T54" fmla="*/ 134 w 151"/>
                <a:gd name="T55" fmla="*/ 27 h 150"/>
                <a:gd name="T56" fmla="*/ 124 w 151"/>
                <a:gd name="T57" fmla="*/ 17 h 150"/>
                <a:gd name="T58" fmla="*/ 112 w 151"/>
                <a:gd name="T59" fmla="*/ 9 h 150"/>
                <a:gd name="T60" fmla="*/ 98 w 151"/>
                <a:gd name="T61" fmla="*/ 3 h 150"/>
                <a:gd name="T62" fmla="*/ 84 w 151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0">
                  <a:moveTo>
                    <a:pt x="76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7" y="45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7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3" y="128"/>
                  </a:lnTo>
                  <a:lnTo>
                    <a:pt x="28" y="133"/>
                  </a:lnTo>
                  <a:lnTo>
                    <a:pt x="33" y="138"/>
                  </a:lnTo>
                  <a:lnTo>
                    <a:pt x="40" y="141"/>
                  </a:lnTo>
                  <a:lnTo>
                    <a:pt x="46" y="144"/>
                  </a:lnTo>
                  <a:lnTo>
                    <a:pt x="54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6" y="150"/>
                  </a:lnTo>
                  <a:lnTo>
                    <a:pt x="84" y="150"/>
                  </a:lnTo>
                  <a:lnTo>
                    <a:pt x="91" y="149"/>
                  </a:lnTo>
                  <a:lnTo>
                    <a:pt x="98" y="147"/>
                  </a:lnTo>
                  <a:lnTo>
                    <a:pt x="105" y="144"/>
                  </a:lnTo>
                  <a:lnTo>
                    <a:pt x="112" y="141"/>
                  </a:lnTo>
                  <a:lnTo>
                    <a:pt x="118" y="138"/>
                  </a:lnTo>
                  <a:lnTo>
                    <a:pt x="124" y="133"/>
                  </a:lnTo>
                  <a:lnTo>
                    <a:pt x="129" y="128"/>
                  </a:lnTo>
                  <a:lnTo>
                    <a:pt x="134" y="123"/>
                  </a:lnTo>
                  <a:lnTo>
                    <a:pt x="139" y="117"/>
                  </a:lnTo>
                  <a:lnTo>
                    <a:pt x="142" y="111"/>
                  </a:lnTo>
                  <a:lnTo>
                    <a:pt x="145" y="104"/>
                  </a:lnTo>
                  <a:lnTo>
                    <a:pt x="148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1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8" y="53"/>
                  </a:lnTo>
                  <a:lnTo>
                    <a:pt x="145" y="45"/>
                  </a:lnTo>
                  <a:lnTo>
                    <a:pt x="142" y="39"/>
                  </a:lnTo>
                  <a:lnTo>
                    <a:pt x="139" y="33"/>
                  </a:lnTo>
                  <a:lnTo>
                    <a:pt x="134" y="27"/>
                  </a:lnTo>
                  <a:lnTo>
                    <a:pt x="129" y="22"/>
                  </a:lnTo>
                  <a:lnTo>
                    <a:pt x="124" y="17"/>
                  </a:lnTo>
                  <a:lnTo>
                    <a:pt x="118" y="13"/>
                  </a:lnTo>
                  <a:lnTo>
                    <a:pt x="112" y="9"/>
                  </a:lnTo>
                  <a:lnTo>
                    <a:pt x="105" y="6"/>
                  </a:lnTo>
                  <a:lnTo>
                    <a:pt x="98" y="3"/>
                  </a:lnTo>
                  <a:lnTo>
                    <a:pt x="91" y="1"/>
                  </a:lnTo>
                  <a:lnTo>
                    <a:pt x="84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C991855-72C0-0EF3-24B7-1FA573DB636A}"/>
              </a:ext>
            </a:extLst>
          </p:cNvPr>
          <p:cNvGrpSpPr/>
          <p:nvPr/>
        </p:nvGrpSpPr>
        <p:grpSpPr>
          <a:xfrm>
            <a:off x="1258654" y="4187233"/>
            <a:ext cx="287338" cy="249238"/>
            <a:chOff x="3171825" y="2530475"/>
            <a:chExt cx="287338" cy="249238"/>
          </a:xfrm>
          <a:solidFill>
            <a:schemeClr val="bg1"/>
          </a:solidFill>
        </p:grpSpPr>
        <p:sp>
          <p:nvSpPr>
            <p:cNvPr id="87" name="Freeform 535">
              <a:extLst>
                <a:ext uri="{FF2B5EF4-FFF2-40B4-BE49-F238E27FC236}">
                  <a16:creationId xmlns:a16="http://schemas.microsoft.com/office/drawing/2014/main" id="{ADD2EF0E-64B2-EB54-463B-F95CE14709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0400" y="2640013"/>
              <a:ext cx="230188" cy="139700"/>
            </a:xfrm>
            <a:custGeom>
              <a:avLst/>
              <a:gdLst>
                <a:gd name="T0" fmla="*/ 481 w 722"/>
                <a:gd name="T1" fmla="*/ 407 h 437"/>
                <a:gd name="T2" fmla="*/ 632 w 722"/>
                <a:gd name="T3" fmla="*/ 106 h 437"/>
                <a:gd name="T4" fmla="*/ 361 w 722"/>
                <a:gd name="T5" fmla="*/ 287 h 437"/>
                <a:gd name="T6" fmla="*/ 90 w 722"/>
                <a:gd name="T7" fmla="*/ 106 h 437"/>
                <a:gd name="T8" fmla="*/ 361 w 722"/>
                <a:gd name="T9" fmla="*/ 287 h 437"/>
                <a:gd name="T10" fmla="*/ 584 w 722"/>
                <a:gd name="T11" fmla="*/ 10 h 437"/>
                <a:gd name="T12" fmla="*/ 555 w 722"/>
                <a:gd name="T13" fmla="*/ 28 h 437"/>
                <a:gd name="T14" fmla="*/ 523 w 722"/>
                <a:gd name="T15" fmla="*/ 39 h 437"/>
                <a:gd name="T16" fmla="*/ 487 w 722"/>
                <a:gd name="T17" fmla="*/ 45 h 437"/>
                <a:gd name="T18" fmla="*/ 450 w 722"/>
                <a:gd name="T19" fmla="*/ 46 h 437"/>
                <a:gd name="T20" fmla="*/ 418 w 722"/>
                <a:gd name="T21" fmla="*/ 42 h 437"/>
                <a:gd name="T22" fmla="*/ 388 w 722"/>
                <a:gd name="T23" fmla="*/ 33 h 437"/>
                <a:gd name="T24" fmla="*/ 360 w 722"/>
                <a:gd name="T25" fmla="*/ 22 h 437"/>
                <a:gd name="T26" fmla="*/ 336 w 722"/>
                <a:gd name="T27" fmla="*/ 22 h 437"/>
                <a:gd name="T28" fmla="*/ 312 w 722"/>
                <a:gd name="T29" fmla="*/ 34 h 437"/>
                <a:gd name="T30" fmla="*/ 285 w 722"/>
                <a:gd name="T31" fmla="*/ 42 h 437"/>
                <a:gd name="T32" fmla="*/ 256 w 722"/>
                <a:gd name="T33" fmla="*/ 46 h 437"/>
                <a:gd name="T34" fmla="*/ 223 w 722"/>
                <a:gd name="T35" fmla="*/ 45 h 437"/>
                <a:gd name="T36" fmla="*/ 188 w 722"/>
                <a:gd name="T37" fmla="*/ 39 h 437"/>
                <a:gd name="T38" fmla="*/ 159 w 722"/>
                <a:gd name="T39" fmla="*/ 28 h 437"/>
                <a:gd name="T40" fmla="*/ 135 w 722"/>
                <a:gd name="T41" fmla="*/ 10 h 437"/>
                <a:gd name="T42" fmla="*/ 110 w 722"/>
                <a:gd name="T43" fmla="*/ 4 h 437"/>
                <a:gd name="T44" fmla="*/ 83 w 722"/>
                <a:gd name="T45" fmla="*/ 10 h 437"/>
                <a:gd name="T46" fmla="*/ 48 w 722"/>
                <a:gd name="T47" fmla="*/ 15 h 437"/>
                <a:gd name="T48" fmla="*/ 15 w 722"/>
                <a:gd name="T49" fmla="*/ 15 h 437"/>
                <a:gd name="T50" fmla="*/ 0 w 722"/>
                <a:gd name="T51" fmla="*/ 422 h 437"/>
                <a:gd name="T52" fmla="*/ 1 w 722"/>
                <a:gd name="T53" fmla="*/ 428 h 437"/>
                <a:gd name="T54" fmla="*/ 4 w 722"/>
                <a:gd name="T55" fmla="*/ 433 h 437"/>
                <a:gd name="T56" fmla="*/ 9 w 722"/>
                <a:gd name="T57" fmla="*/ 436 h 437"/>
                <a:gd name="T58" fmla="*/ 15 w 722"/>
                <a:gd name="T59" fmla="*/ 437 h 437"/>
                <a:gd name="T60" fmla="*/ 647 w 722"/>
                <a:gd name="T61" fmla="*/ 437 h 437"/>
                <a:gd name="T62" fmla="*/ 711 w 722"/>
                <a:gd name="T63" fmla="*/ 437 h 437"/>
                <a:gd name="T64" fmla="*/ 716 w 722"/>
                <a:gd name="T65" fmla="*/ 435 h 437"/>
                <a:gd name="T66" fmla="*/ 720 w 722"/>
                <a:gd name="T67" fmla="*/ 431 h 437"/>
                <a:gd name="T68" fmla="*/ 722 w 722"/>
                <a:gd name="T69" fmla="*/ 426 h 437"/>
                <a:gd name="T70" fmla="*/ 722 w 722"/>
                <a:gd name="T71" fmla="*/ 9 h 437"/>
                <a:gd name="T72" fmla="*/ 700 w 722"/>
                <a:gd name="T73" fmla="*/ 14 h 437"/>
                <a:gd name="T74" fmla="*/ 677 w 722"/>
                <a:gd name="T75" fmla="*/ 16 h 437"/>
                <a:gd name="T76" fmla="*/ 636 w 722"/>
                <a:gd name="T77" fmla="*/ 12 h 437"/>
                <a:gd name="T78" fmla="*/ 597 w 722"/>
                <a:gd name="T79" fmla="*/ 0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22" h="437">
                  <a:moveTo>
                    <a:pt x="632" y="407"/>
                  </a:moveTo>
                  <a:lnTo>
                    <a:pt x="481" y="407"/>
                  </a:lnTo>
                  <a:lnTo>
                    <a:pt x="481" y="106"/>
                  </a:lnTo>
                  <a:lnTo>
                    <a:pt x="632" y="106"/>
                  </a:lnTo>
                  <a:lnTo>
                    <a:pt x="632" y="407"/>
                  </a:lnTo>
                  <a:close/>
                  <a:moveTo>
                    <a:pt x="361" y="287"/>
                  </a:moveTo>
                  <a:lnTo>
                    <a:pt x="90" y="287"/>
                  </a:lnTo>
                  <a:lnTo>
                    <a:pt x="90" y="106"/>
                  </a:lnTo>
                  <a:lnTo>
                    <a:pt x="361" y="106"/>
                  </a:lnTo>
                  <a:lnTo>
                    <a:pt x="361" y="287"/>
                  </a:lnTo>
                  <a:close/>
                  <a:moveTo>
                    <a:pt x="597" y="0"/>
                  </a:moveTo>
                  <a:lnTo>
                    <a:pt x="584" y="10"/>
                  </a:lnTo>
                  <a:lnTo>
                    <a:pt x="570" y="20"/>
                  </a:lnTo>
                  <a:lnTo>
                    <a:pt x="555" y="28"/>
                  </a:lnTo>
                  <a:lnTo>
                    <a:pt x="540" y="34"/>
                  </a:lnTo>
                  <a:lnTo>
                    <a:pt x="523" y="39"/>
                  </a:lnTo>
                  <a:lnTo>
                    <a:pt x="505" y="43"/>
                  </a:lnTo>
                  <a:lnTo>
                    <a:pt x="487" y="45"/>
                  </a:lnTo>
                  <a:lnTo>
                    <a:pt x="466" y="46"/>
                  </a:lnTo>
                  <a:lnTo>
                    <a:pt x="450" y="46"/>
                  </a:lnTo>
                  <a:lnTo>
                    <a:pt x="434" y="44"/>
                  </a:lnTo>
                  <a:lnTo>
                    <a:pt x="418" y="42"/>
                  </a:lnTo>
                  <a:lnTo>
                    <a:pt x="403" y="38"/>
                  </a:lnTo>
                  <a:lnTo>
                    <a:pt x="388" y="33"/>
                  </a:lnTo>
                  <a:lnTo>
                    <a:pt x="374" y="29"/>
                  </a:lnTo>
                  <a:lnTo>
                    <a:pt x="360" y="22"/>
                  </a:lnTo>
                  <a:lnTo>
                    <a:pt x="347" y="15"/>
                  </a:lnTo>
                  <a:lnTo>
                    <a:pt x="336" y="22"/>
                  </a:lnTo>
                  <a:lnTo>
                    <a:pt x="325" y="29"/>
                  </a:lnTo>
                  <a:lnTo>
                    <a:pt x="312" y="34"/>
                  </a:lnTo>
                  <a:lnTo>
                    <a:pt x="299" y="38"/>
                  </a:lnTo>
                  <a:lnTo>
                    <a:pt x="285" y="42"/>
                  </a:lnTo>
                  <a:lnTo>
                    <a:pt x="271" y="44"/>
                  </a:lnTo>
                  <a:lnTo>
                    <a:pt x="256" y="46"/>
                  </a:lnTo>
                  <a:lnTo>
                    <a:pt x="241" y="46"/>
                  </a:lnTo>
                  <a:lnTo>
                    <a:pt x="223" y="45"/>
                  </a:lnTo>
                  <a:lnTo>
                    <a:pt x="204" y="43"/>
                  </a:lnTo>
                  <a:lnTo>
                    <a:pt x="188" y="39"/>
                  </a:lnTo>
                  <a:lnTo>
                    <a:pt x="173" y="35"/>
                  </a:lnTo>
                  <a:lnTo>
                    <a:pt x="159" y="28"/>
                  </a:lnTo>
                  <a:lnTo>
                    <a:pt x="147" y="20"/>
                  </a:lnTo>
                  <a:lnTo>
                    <a:pt x="135" y="10"/>
                  </a:lnTo>
                  <a:lnTo>
                    <a:pt x="123" y="0"/>
                  </a:lnTo>
                  <a:lnTo>
                    <a:pt x="110" y="4"/>
                  </a:lnTo>
                  <a:lnTo>
                    <a:pt x="96" y="7"/>
                  </a:lnTo>
                  <a:lnTo>
                    <a:pt x="83" y="10"/>
                  </a:lnTo>
                  <a:lnTo>
                    <a:pt x="70" y="13"/>
                  </a:lnTo>
                  <a:lnTo>
                    <a:pt x="48" y="15"/>
                  </a:lnTo>
                  <a:lnTo>
                    <a:pt x="30" y="16"/>
                  </a:lnTo>
                  <a:lnTo>
                    <a:pt x="15" y="15"/>
                  </a:lnTo>
                  <a:lnTo>
                    <a:pt x="0" y="13"/>
                  </a:lnTo>
                  <a:lnTo>
                    <a:pt x="0" y="422"/>
                  </a:lnTo>
                  <a:lnTo>
                    <a:pt x="1" y="426"/>
                  </a:lnTo>
                  <a:lnTo>
                    <a:pt x="1" y="428"/>
                  </a:lnTo>
                  <a:lnTo>
                    <a:pt x="3" y="431"/>
                  </a:lnTo>
                  <a:lnTo>
                    <a:pt x="4" y="433"/>
                  </a:lnTo>
                  <a:lnTo>
                    <a:pt x="6" y="435"/>
                  </a:lnTo>
                  <a:lnTo>
                    <a:pt x="9" y="436"/>
                  </a:lnTo>
                  <a:lnTo>
                    <a:pt x="11" y="437"/>
                  </a:lnTo>
                  <a:lnTo>
                    <a:pt x="15" y="437"/>
                  </a:lnTo>
                  <a:lnTo>
                    <a:pt x="466" y="437"/>
                  </a:lnTo>
                  <a:lnTo>
                    <a:pt x="647" y="437"/>
                  </a:lnTo>
                  <a:lnTo>
                    <a:pt x="707" y="437"/>
                  </a:lnTo>
                  <a:lnTo>
                    <a:pt x="711" y="437"/>
                  </a:lnTo>
                  <a:lnTo>
                    <a:pt x="713" y="436"/>
                  </a:lnTo>
                  <a:lnTo>
                    <a:pt x="716" y="435"/>
                  </a:lnTo>
                  <a:lnTo>
                    <a:pt x="718" y="433"/>
                  </a:lnTo>
                  <a:lnTo>
                    <a:pt x="720" y="431"/>
                  </a:lnTo>
                  <a:lnTo>
                    <a:pt x="721" y="428"/>
                  </a:lnTo>
                  <a:lnTo>
                    <a:pt x="722" y="426"/>
                  </a:lnTo>
                  <a:lnTo>
                    <a:pt x="722" y="422"/>
                  </a:lnTo>
                  <a:lnTo>
                    <a:pt x="722" y="9"/>
                  </a:lnTo>
                  <a:lnTo>
                    <a:pt x="712" y="12"/>
                  </a:lnTo>
                  <a:lnTo>
                    <a:pt x="700" y="14"/>
                  </a:lnTo>
                  <a:lnTo>
                    <a:pt x="689" y="16"/>
                  </a:lnTo>
                  <a:lnTo>
                    <a:pt x="677" y="16"/>
                  </a:lnTo>
                  <a:lnTo>
                    <a:pt x="656" y="15"/>
                  </a:lnTo>
                  <a:lnTo>
                    <a:pt x="636" y="12"/>
                  </a:lnTo>
                  <a:lnTo>
                    <a:pt x="615" y="6"/>
                  </a:lnTo>
                  <a:lnTo>
                    <a:pt x="597" y="0"/>
                  </a:lnTo>
                  <a:lnTo>
                    <a:pt x="59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536">
              <a:extLst>
                <a:ext uri="{FF2B5EF4-FFF2-40B4-BE49-F238E27FC236}">
                  <a16:creationId xmlns:a16="http://schemas.microsoft.com/office/drawing/2014/main" id="{6D26F3BA-4E96-65C6-0FA8-B53A0E85C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488" y="2587625"/>
              <a:ext cx="66675" cy="47625"/>
            </a:xfrm>
            <a:custGeom>
              <a:avLst/>
              <a:gdLst>
                <a:gd name="T0" fmla="*/ 196 w 211"/>
                <a:gd name="T1" fmla="*/ 0 h 151"/>
                <a:gd name="T2" fmla="*/ 181 w 211"/>
                <a:gd name="T3" fmla="*/ 0 h 151"/>
                <a:gd name="T4" fmla="*/ 0 w 211"/>
                <a:gd name="T5" fmla="*/ 0 h 151"/>
                <a:gd name="T6" fmla="*/ 0 w 211"/>
                <a:gd name="T7" fmla="*/ 134 h 151"/>
                <a:gd name="T8" fmla="*/ 11 w 211"/>
                <a:gd name="T9" fmla="*/ 139 h 151"/>
                <a:gd name="T10" fmla="*/ 23 w 211"/>
                <a:gd name="T11" fmla="*/ 143 h 151"/>
                <a:gd name="T12" fmla="*/ 34 w 211"/>
                <a:gd name="T13" fmla="*/ 145 h 151"/>
                <a:gd name="T14" fmla="*/ 44 w 211"/>
                <a:gd name="T15" fmla="*/ 148 h 151"/>
                <a:gd name="T16" fmla="*/ 63 w 211"/>
                <a:gd name="T17" fmla="*/ 150 h 151"/>
                <a:gd name="T18" fmla="*/ 75 w 211"/>
                <a:gd name="T19" fmla="*/ 151 h 151"/>
                <a:gd name="T20" fmla="*/ 87 w 211"/>
                <a:gd name="T21" fmla="*/ 150 h 151"/>
                <a:gd name="T22" fmla="*/ 98 w 211"/>
                <a:gd name="T23" fmla="*/ 149 h 151"/>
                <a:gd name="T24" fmla="*/ 110 w 211"/>
                <a:gd name="T25" fmla="*/ 145 h 151"/>
                <a:gd name="T26" fmla="*/ 120 w 211"/>
                <a:gd name="T27" fmla="*/ 142 h 151"/>
                <a:gd name="T28" fmla="*/ 120 w 211"/>
                <a:gd name="T29" fmla="*/ 142 h 151"/>
                <a:gd name="T30" fmla="*/ 130 w 211"/>
                <a:gd name="T31" fmla="*/ 138 h 151"/>
                <a:gd name="T32" fmla="*/ 139 w 211"/>
                <a:gd name="T33" fmla="*/ 133 h 151"/>
                <a:gd name="T34" fmla="*/ 147 w 211"/>
                <a:gd name="T35" fmla="*/ 127 h 151"/>
                <a:gd name="T36" fmla="*/ 156 w 211"/>
                <a:gd name="T37" fmla="*/ 122 h 151"/>
                <a:gd name="T38" fmla="*/ 163 w 211"/>
                <a:gd name="T39" fmla="*/ 114 h 151"/>
                <a:gd name="T40" fmla="*/ 171 w 211"/>
                <a:gd name="T41" fmla="*/ 108 h 151"/>
                <a:gd name="T42" fmla="*/ 178 w 211"/>
                <a:gd name="T43" fmla="*/ 100 h 151"/>
                <a:gd name="T44" fmla="*/ 185 w 211"/>
                <a:gd name="T45" fmla="*/ 92 h 151"/>
                <a:gd name="T46" fmla="*/ 190 w 211"/>
                <a:gd name="T47" fmla="*/ 83 h 151"/>
                <a:gd name="T48" fmla="*/ 196 w 211"/>
                <a:gd name="T49" fmla="*/ 75 h 151"/>
                <a:gd name="T50" fmla="*/ 200 w 211"/>
                <a:gd name="T51" fmla="*/ 65 h 151"/>
                <a:gd name="T52" fmla="*/ 204 w 211"/>
                <a:gd name="T53" fmla="*/ 55 h 151"/>
                <a:gd name="T54" fmla="*/ 206 w 211"/>
                <a:gd name="T55" fmla="*/ 46 h 151"/>
                <a:gd name="T56" fmla="*/ 208 w 211"/>
                <a:gd name="T57" fmla="*/ 36 h 151"/>
                <a:gd name="T58" fmla="*/ 211 w 211"/>
                <a:gd name="T59" fmla="*/ 25 h 151"/>
                <a:gd name="T60" fmla="*/ 211 w 211"/>
                <a:gd name="T61" fmla="*/ 16 h 151"/>
                <a:gd name="T62" fmla="*/ 211 w 211"/>
                <a:gd name="T63" fmla="*/ 0 h 151"/>
                <a:gd name="T64" fmla="*/ 196 w 211"/>
                <a:gd name="T65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1" h="151">
                  <a:moveTo>
                    <a:pt x="196" y="0"/>
                  </a:moveTo>
                  <a:lnTo>
                    <a:pt x="181" y="0"/>
                  </a:lnTo>
                  <a:lnTo>
                    <a:pt x="0" y="0"/>
                  </a:lnTo>
                  <a:lnTo>
                    <a:pt x="0" y="134"/>
                  </a:lnTo>
                  <a:lnTo>
                    <a:pt x="11" y="139"/>
                  </a:lnTo>
                  <a:lnTo>
                    <a:pt x="23" y="143"/>
                  </a:lnTo>
                  <a:lnTo>
                    <a:pt x="34" y="145"/>
                  </a:lnTo>
                  <a:lnTo>
                    <a:pt x="44" y="148"/>
                  </a:lnTo>
                  <a:lnTo>
                    <a:pt x="63" y="150"/>
                  </a:lnTo>
                  <a:lnTo>
                    <a:pt x="75" y="151"/>
                  </a:lnTo>
                  <a:lnTo>
                    <a:pt x="87" y="150"/>
                  </a:lnTo>
                  <a:lnTo>
                    <a:pt x="98" y="149"/>
                  </a:lnTo>
                  <a:lnTo>
                    <a:pt x="110" y="145"/>
                  </a:lnTo>
                  <a:lnTo>
                    <a:pt x="120" y="142"/>
                  </a:lnTo>
                  <a:lnTo>
                    <a:pt x="120" y="142"/>
                  </a:lnTo>
                  <a:lnTo>
                    <a:pt x="130" y="138"/>
                  </a:lnTo>
                  <a:lnTo>
                    <a:pt x="139" y="133"/>
                  </a:lnTo>
                  <a:lnTo>
                    <a:pt x="147" y="127"/>
                  </a:lnTo>
                  <a:lnTo>
                    <a:pt x="156" y="122"/>
                  </a:lnTo>
                  <a:lnTo>
                    <a:pt x="163" y="114"/>
                  </a:lnTo>
                  <a:lnTo>
                    <a:pt x="171" y="108"/>
                  </a:lnTo>
                  <a:lnTo>
                    <a:pt x="178" y="100"/>
                  </a:lnTo>
                  <a:lnTo>
                    <a:pt x="185" y="92"/>
                  </a:lnTo>
                  <a:lnTo>
                    <a:pt x="190" y="83"/>
                  </a:lnTo>
                  <a:lnTo>
                    <a:pt x="196" y="75"/>
                  </a:lnTo>
                  <a:lnTo>
                    <a:pt x="200" y="65"/>
                  </a:lnTo>
                  <a:lnTo>
                    <a:pt x="204" y="55"/>
                  </a:lnTo>
                  <a:lnTo>
                    <a:pt x="206" y="46"/>
                  </a:lnTo>
                  <a:lnTo>
                    <a:pt x="208" y="36"/>
                  </a:lnTo>
                  <a:lnTo>
                    <a:pt x="211" y="25"/>
                  </a:lnTo>
                  <a:lnTo>
                    <a:pt x="211" y="16"/>
                  </a:lnTo>
                  <a:lnTo>
                    <a:pt x="211" y="0"/>
                  </a:lnTo>
                  <a:lnTo>
                    <a:pt x="19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537">
              <a:extLst>
                <a:ext uri="{FF2B5EF4-FFF2-40B4-BE49-F238E27FC236}">
                  <a16:creationId xmlns:a16="http://schemas.microsoft.com/office/drawing/2014/main" id="{579096CB-51C6-1F74-DBD3-D7381955B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2587625"/>
              <a:ext cx="66675" cy="57150"/>
            </a:xfrm>
            <a:custGeom>
              <a:avLst/>
              <a:gdLst>
                <a:gd name="T0" fmla="*/ 213 w 213"/>
                <a:gd name="T1" fmla="*/ 143 h 181"/>
                <a:gd name="T2" fmla="*/ 211 w 213"/>
                <a:gd name="T3" fmla="*/ 140 h 181"/>
                <a:gd name="T4" fmla="*/ 211 w 213"/>
                <a:gd name="T5" fmla="*/ 136 h 181"/>
                <a:gd name="T6" fmla="*/ 211 w 213"/>
                <a:gd name="T7" fmla="*/ 0 h 181"/>
                <a:gd name="T8" fmla="*/ 0 w 213"/>
                <a:gd name="T9" fmla="*/ 0 h 181"/>
                <a:gd name="T10" fmla="*/ 0 w 213"/>
                <a:gd name="T11" fmla="*/ 151 h 181"/>
                <a:gd name="T12" fmla="*/ 0 w 213"/>
                <a:gd name="T13" fmla="*/ 152 h 181"/>
                <a:gd name="T14" fmla="*/ 0 w 213"/>
                <a:gd name="T15" fmla="*/ 153 h 181"/>
                <a:gd name="T16" fmla="*/ 11 w 213"/>
                <a:gd name="T17" fmla="*/ 159 h 181"/>
                <a:gd name="T18" fmla="*/ 23 w 213"/>
                <a:gd name="T19" fmla="*/ 165 h 181"/>
                <a:gd name="T20" fmla="*/ 34 w 213"/>
                <a:gd name="T21" fmla="*/ 169 h 181"/>
                <a:gd name="T22" fmla="*/ 48 w 213"/>
                <a:gd name="T23" fmla="*/ 173 h 181"/>
                <a:gd name="T24" fmla="*/ 61 w 213"/>
                <a:gd name="T25" fmla="*/ 177 h 181"/>
                <a:gd name="T26" fmla="*/ 76 w 213"/>
                <a:gd name="T27" fmla="*/ 179 h 181"/>
                <a:gd name="T28" fmla="*/ 90 w 213"/>
                <a:gd name="T29" fmla="*/ 181 h 181"/>
                <a:gd name="T30" fmla="*/ 105 w 213"/>
                <a:gd name="T31" fmla="*/ 181 h 181"/>
                <a:gd name="T32" fmla="*/ 122 w 213"/>
                <a:gd name="T33" fmla="*/ 180 h 181"/>
                <a:gd name="T34" fmla="*/ 138 w 213"/>
                <a:gd name="T35" fmla="*/ 179 h 181"/>
                <a:gd name="T36" fmla="*/ 152 w 213"/>
                <a:gd name="T37" fmla="*/ 175 h 181"/>
                <a:gd name="T38" fmla="*/ 166 w 213"/>
                <a:gd name="T39" fmla="*/ 171 h 181"/>
                <a:gd name="T40" fmla="*/ 179 w 213"/>
                <a:gd name="T41" fmla="*/ 167 h 181"/>
                <a:gd name="T42" fmla="*/ 192 w 213"/>
                <a:gd name="T43" fmla="*/ 160 h 181"/>
                <a:gd name="T44" fmla="*/ 203 w 213"/>
                <a:gd name="T45" fmla="*/ 153 h 181"/>
                <a:gd name="T46" fmla="*/ 213 w 213"/>
                <a:gd name="T47" fmla="*/ 143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13" h="181">
                  <a:moveTo>
                    <a:pt x="213" y="143"/>
                  </a:moveTo>
                  <a:lnTo>
                    <a:pt x="211" y="140"/>
                  </a:lnTo>
                  <a:lnTo>
                    <a:pt x="211" y="136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0" y="152"/>
                  </a:lnTo>
                  <a:lnTo>
                    <a:pt x="0" y="153"/>
                  </a:lnTo>
                  <a:lnTo>
                    <a:pt x="11" y="159"/>
                  </a:lnTo>
                  <a:lnTo>
                    <a:pt x="23" y="165"/>
                  </a:lnTo>
                  <a:lnTo>
                    <a:pt x="34" y="169"/>
                  </a:lnTo>
                  <a:lnTo>
                    <a:pt x="48" y="173"/>
                  </a:lnTo>
                  <a:lnTo>
                    <a:pt x="61" y="177"/>
                  </a:lnTo>
                  <a:lnTo>
                    <a:pt x="76" y="179"/>
                  </a:lnTo>
                  <a:lnTo>
                    <a:pt x="90" y="181"/>
                  </a:lnTo>
                  <a:lnTo>
                    <a:pt x="105" y="181"/>
                  </a:lnTo>
                  <a:lnTo>
                    <a:pt x="122" y="180"/>
                  </a:lnTo>
                  <a:lnTo>
                    <a:pt x="138" y="179"/>
                  </a:lnTo>
                  <a:lnTo>
                    <a:pt x="152" y="175"/>
                  </a:lnTo>
                  <a:lnTo>
                    <a:pt x="166" y="171"/>
                  </a:lnTo>
                  <a:lnTo>
                    <a:pt x="179" y="167"/>
                  </a:lnTo>
                  <a:lnTo>
                    <a:pt x="192" y="160"/>
                  </a:lnTo>
                  <a:lnTo>
                    <a:pt x="203" y="153"/>
                  </a:lnTo>
                  <a:lnTo>
                    <a:pt x="213" y="1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538">
              <a:extLst>
                <a:ext uri="{FF2B5EF4-FFF2-40B4-BE49-F238E27FC236}">
                  <a16:creationId xmlns:a16="http://schemas.microsoft.com/office/drawing/2014/main" id="{15628FAC-95C9-D0DF-4EC8-599EB2866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2587625"/>
              <a:ext cx="57150" cy="57150"/>
            </a:xfrm>
            <a:custGeom>
              <a:avLst/>
              <a:gdLst>
                <a:gd name="T0" fmla="*/ 0 w 181"/>
                <a:gd name="T1" fmla="*/ 0 h 181"/>
                <a:gd name="T2" fmla="*/ 0 w 181"/>
                <a:gd name="T3" fmla="*/ 149 h 181"/>
                <a:gd name="T4" fmla="*/ 8 w 181"/>
                <a:gd name="T5" fmla="*/ 157 h 181"/>
                <a:gd name="T6" fmla="*/ 18 w 181"/>
                <a:gd name="T7" fmla="*/ 164 h 181"/>
                <a:gd name="T8" fmla="*/ 28 w 181"/>
                <a:gd name="T9" fmla="*/ 169 h 181"/>
                <a:gd name="T10" fmla="*/ 38 w 181"/>
                <a:gd name="T11" fmla="*/ 173 h 181"/>
                <a:gd name="T12" fmla="*/ 49 w 181"/>
                <a:gd name="T13" fmla="*/ 177 h 181"/>
                <a:gd name="T14" fmla="*/ 62 w 181"/>
                <a:gd name="T15" fmla="*/ 179 h 181"/>
                <a:gd name="T16" fmla="*/ 75 w 181"/>
                <a:gd name="T17" fmla="*/ 181 h 181"/>
                <a:gd name="T18" fmla="*/ 90 w 181"/>
                <a:gd name="T19" fmla="*/ 181 h 181"/>
                <a:gd name="T20" fmla="*/ 103 w 181"/>
                <a:gd name="T21" fmla="*/ 181 h 181"/>
                <a:gd name="T22" fmla="*/ 116 w 181"/>
                <a:gd name="T23" fmla="*/ 179 h 181"/>
                <a:gd name="T24" fmla="*/ 129 w 181"/>
                <a:gd name="T25" fmla="*/ 178 h 181"/>
                <a:gd name="T26" fmla="*/ 139 w 181"/>
                <a:gd name="T27" fmla="*/ 174 h 181"/>
                <a:gd name="T28" fmla="*/ 151 w 181"/>
                <a:gd name="T29" fmla="*/ 170 h 181"/>
                <a:gd name="T30" fmla="*/ 161 w 181"/>
                <a:gd name="T31" fmla="*/ 166 h 181"/>
                <a:gd name="T32" fmla="*/ 171 w 181"/>
                <a:gd name="T33" fmla="*/ 160 h 181"/>
                <a:gd name="T34" fmla="*/ 181 w 181"/>
                <a:gd name="T35" fmla="*/ 154 h 181"/>
                <a:gd name="T36" fmla="*/ 180 w 181"/>
                <a:gd name="T37" fmla="*/ 152 h 181"/>
                <a:gd name="T38" fmla="*/ 180 w 181"/>
                <a:gd name="T39" fmla="*/ 151 h 181"/>
                <a:gd name="T40" fmla="*/ 180 w 181"/>
                <a:gd name="T41" fmla="*/ 0 h 181"/>
                <a:gd name="T42" fmla="*/ 0 w 181"/>
                <a:gd name="T4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81" h="181">
                  <a:moveTo>
                    <a:pt x="0" y="0"/>
                  </a:moveTo>
                  <a:lnTo>
                    <a:pt x="0" y="149"/>
                  </a:lnTo>
                  <a:lnTo>
                    <a:pt x="8" y="157"/>
                  </a:lnTo>
                  <a:lnTo>
                    <a:pt x="18" y="164"/>
                  </a:lnTo>
                  <a:lnTo>
                    <a:pt x="28" y="169"/>
                  </a:lnTo>
                  <a:lnTo>
                    <a:pt x="38" y="173"/>
                  </a:lnTo>
                  <a:lnTo>
                    <a:pt x="49" y="177"/>
                  </a:lnTo>
                  <a:lnTo>
                    <a:pt x="62" y="179"/>
                  </a:lnTo>
                  <a:lnTo>
                    <a:pt x="75" y="181"/>
                  </a:lnTo>
                  <a:lnTo>
                    <a:pt x="90" y="181"/>
                  </a:lnTo>
                  <a:lnTo>
                    <a:pt x="103" y="181"/>
                  </a:lnTo>
                  <a:lnTo>
                    <a:pt x="116" y="179"/>
                  </a:lnTo>
                  <a:lnTo>
                    <a:pt x="129" y="178"/>
                  </a:lnTo>
                  <a:lnTo>
                    <a:pt x="139" y="174"/>
                  </a:lnTo>
                  <a:lnTo>
                    <a:pt x="151" y="170"/>
                  </a:lnTo>
                  <a:lnTo>
                    <a:pt x="161" y="166"/>
                  </a:lnTo>
                  <a:lnTo>
                    <a:pt x="171" y="160"/>
                  </a:lnTo>
                  <a:lnTo>
                    <a:pt x="181" y="154"/>
                  </a:lnTo>
                  <a:lnTo>
                    <a:pt x="180" y="152"/>
                  </a:lnTo>
                  <a:lnTo>
                    <a:pt x="180" y="151"/>
                  </a:lnTo>
                  <a:lnTo>
                    <a:pt x="18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539">
              <a:extLst>
                <a:ext uri="{FF2B5EF4-FFF2-40B4-BE49-F238E27FC236}">
                  <a16:creationId xmlns:a16="http://schemas.microsoft.com/office/drawing/2014/main" id="{DB94FAE3-1EE4-D008-3F6E-62EF1BDB4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587625"/>
              <a:ext cx="68263" cy="47625"/>
            </a:xfrm>
            <a:custGeom>
              <a:avLst/>
              <a:gdLst>
                <a:gd name="T0" fmla="*/ 211 w 211"/>
                <a:gd name="T1" fmla="*/ 133 h 151"/>
                <a:gd name="T2" fmla="*/ 211 w 211"/>
                <a:gd name="T3" fmla="*/ 0 h 151"/>
                <a:gd name="T4" fmla="*/ 30 w 211"/>
                <a:gd name="T5" fmla="*/ 0 h 151"/>
                <a:gd name="T6" fmla="*/ 15 w 211"/>
                <a:gd name="T7" fmla="*/ 0 h 151"/>
                <a:gd name="T8" fmla="*/ 0 w 211"/>
                <a:gd name="T9" fmla="*/ 0 h 151"/>
                <a:gd name="T10" fmla="*/ 0 w 211"/>
                <a:gd name="T11" fmla="*/ 16 h 151"/>
                <a:gd name="T12" fmla="*/ 1 w 211"/>
                <a:gd name="T13" fmla="*/ 30 h 151"/>
                <a:gd name="T14" fmla="*/ 2 w 211"/>
                <a:gd name="T15" fmla="*/ 42 h 151"/>
                <a:gd name="T16" fmla="*/ 5 w 211"/>
                <a:gd name="T17" fmla="*/ 56 h 151"/>
                <a:gd name="T18" fmla="*/ 9 w 211"/>
                <a:gd name="T19" fmla="*/ 68 h 151"/>
                <a:gd name="T20" fmla="*/ 13 w 211"/>
                <a:gd name="T21" fmla="*/ 80 h 151"/>
                <a:gd name="T22" fmla="*/ 20 w 211"/>
                <a:gd name="T23" fmla="*/ 92 h 151"/>
                <a:gd name="T24" fmla="*/ 26 w 211"/>
                <a:gd name="T25" fmla="*/ 101 h 151"/>
                <a:gd name="T26" fmla="*/ 35 w 211"/>
                <a:gd name="T27" fmla="*/ 111 h 151"/>
                <a:gd name="T28" fmla="*/ 42 w 211"/>
                <a:gd name="T29" fmla="*/ 120 h 151"/>
                <a:gd name="T30" fmla="*/ 52 w 211"/>
                <a:gd name="T31" fmla="*/ 128 h 151"/>
                <a:gd name="T32" fmla="*/ 62 w 211"/>
                <a:gd name="T33" fmla="*/ 135 h 151"/>
                <a:gd name="T34" fmla="*/ 72 w 211"/>
                <a:gd name="T35" fmla="*/ 140 h 151"/>
                <a:gd name="T36" fmla="*/ 84 w 211"/>
                <a:gd name="T37" fmla="*/ 144 h 151"/>
                <a:gd name="T38" fmla="*/ 95 w 211"/>
                <a:gd name="T39" fmla="*/ 148 h 151"/>
                <a:gd name="T40" fmla="*/ 108 w 211"/>
                <a:gd name="T41" fmla="*/ 150 h 151"/>
                <a:gd name="T42" fmla="*/ 120 w 211"/>
                <a:gd name="T43" fmla="*/ 151 h 151"/>
                <a:gd name="T44" fmla="*/ 137 w 211"/>
                <a:gd name="T45" fmla="*/ 150 h 151"/>
                <a:gd name="T46" fmla="*/ 159 w 211"/>
                <a:gd name="T47" fmla="*/ 147 h 151"/>
                <a:gd name="T48" fmla="*/ 172 w 211"/>
                <a:gd name="T49" fmla="*/ 144 h 151"/>
                <a:gd name="T50" fmla="*/ 185 w 211"/>
                <a:gd name="T51" fmla="*/ 141 h 151"/>
                <a:gd name="T52" fmla="*/ 198 w 211"/>
                <a:gd name="T53" fmla="*/ 138 h 151"/>
                <a:gd name="T54" fmla="*/ 211 w 211"/>
                <a:gd name="T55" fmla="*/ 133 h 151"/>
                <a:gd name="T56" fmla="*/ 211 w 211"/>
                <a:gd name="T57" fmla="*/ 13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1" h="151">
                  <a:moveTo>
                    <a:pt x="211" y="133"/>
                  </a:moveTo>
                  <a:lnTo>
                    <a:pt x="211" y="0"/>
                  </a:lnTo>
                  <a:lnTo>
                    <a:pt x="30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1" y="30"/>
                  </a:lnTo>
                  <a:lnTo>
                    <a:pt x="2" y="42"/>
                  </a:lnTo>
                  <a:lnTo>
                    <a:pt x="5" y="56"/>
                  </a:lnTo>
                  <a:lnTo>
                    <a:pt x="9" y="68"/>
                  </a:lnTo>
                  <a:lnTo>
                    <a:pt x="13" y="80"/>
                  </a:lnTo>
                  <a:lnTo>
                    <a:pt x="20" y="92"/>
                  </a:lnTo>
                  <a:lnTo>
                    <a:pt x="26" y="101"/>
                  </a:lnTo>
                  <a:lnTo>
                    <a:pt x="35" y="111"/>
                  </a:lnTo>
                  <a:lnTo>
                    <a:pt x="42" y="120"/>
                  </a:lnTo>
                  <a:lnTo>
                    <a:pt x="52" y="128"/>
                  </a:lnTo>
                  <a:lnTo>
                    <a:pt x="62" y="135"/>
                  </a:lnTo>
                  <a:lnTo>
                    <a:pt x="72" y="140"/>
                  </a:lnTo>
                  <a:lnTo>
                    <a:pt x="84" y="144"/>
                  </a:lnTo>
                  <a:lnTo>
                    <a:pt x="95" y="148"/>
                  </a:lnTo>
                  <a:lnTo>
                    <a:pt x="108" y="150"/>
                  </a:lnTo>
                  <a:lnTo>
                    <a:pt x="120" y="151"/>
                  </a:lnTo>
                  <a:lnTo>
                    <a:pt x="137" y="150"/>
                  </a:lnTo>
                  <a:lnTo>
                    <a:pt x="159" y="147"/>
                  </a:lnTo>
                  <a:lnTo>
                    <a:pt x="172" y="144"/>
                  </a:lnTo>
                  <a:lnTo>
                    <a:pt x="185" y="141"/>
                  </a:lnTo>
                  <a:lnTo>
                    <a:pt x="198" y="138"/>
                  </a:lnTo>
                  <a:lnTo>
                    <a:pt x="211" y="133"/>
                  </a:lnTo>
                  <a:lnTo>
                    <a:pt x="211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540">
              <a:extLst>
                <a:ext uri="{FF2B5EF4-FFF2-40B4-BE49-F238E27FC236}">
                  <a16:creationId xmlns:a16="http://schemas.microsoft.com/office/drawing/2014/main" id="{B1D55B37-46ED-5389-42C9-5588CBAD2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2722563"/>
              <a:ext cx="9525" cy="9525"/>
            </a:xfrm>
            <a:custGeom>
              <a:avLst/>
              <a:gdLst>
                <a:gd name="T0" fmla="*/ 15 w 30"/>
                <a:gd name="T1" fmla="*/ 30 h 30"/>
                <a:gd name="T2" fmla="*/ 17 w 30"/>
                <a:gd name="T3" fmla="*/ 29 h 30"/>
                <a:gd name="T4" fmla="*/ 21 w 30"/>
                <a:gd name="T5" fmla="*/ 28 h 30"/>
                <a:gd name="T6" fmla="*/ 23 w 30"/>
                <a:gd name="T7" fmla="*/ 27 h 30"/>
                <a:gd name="T8" fmla="*/ 26 w 30"/>
                <a:gd name="T9" fmla="*/ 25 h 30"/>
                <a:gd name="T10" fmla="*/ 27 w 30"/>
                <a:gd name="T11" fmla="*/ 23 h 30"/>
                <a:gd name="T12" fmla="*/ 29 w 30"/>
                <a:gd name="T13" fmla="*/ 21 h 30"/>
                <a:gd name="T14" fmla="*/ 29 w 30"/>
                <a:gd name="T15" fmla="*/ 17 h 30"/>
                <a:gd name="T16" fmla="*/ 30 w 30"/>
                <a:gd name="T17" fmla="*/ 15 h 30"/>
                <a:gd name="T18" fmla="*/ 29 w 30"/>
                <a:gd name="T19" fmla="*/ 12 h 30"/>
                <a:gd name="T20" fmla="*/ 29 w 30"/>
                <a:gd name="T21" fmla="*/ 9 h 30"/>
                <a:gd name="T22" fmla="*/ 27 w 30"/>
                <a:gd name="T23" fmla="*/ 7 h 30"/>
                <a:gd name="T24" fmla="*/ 26 w 30"/>
                <a:gd name="T25" fmla="*/ 4 h 30"/>
                <a:gd name="T26" fmla="*/ 23 w 30"/>
                <a:gd name="T27" fmla="*/ 2 h 30"/>
                <a:gd name="T28" fmla="*/ 21 w 30"/>
                <a:gd name="T29" fmla="*/ 1 h 30"/>
                <a:gd name="T30" fmla="*/ 17 w 30"/>
                <a:gd name="T31" fmla="*/ 0 h 30"/>
                <a:gd name="T32" fmla="*/ 15 w 30"/>
                <a:gd name="T33" fmla="*/ 0 h 30"/>
                <a:gd name="T34" fmla="*/ 12 w 30"/>
                <a:gd name="T35" fmla="*/ 0 h 30"/>
                <a:gd name="T36" fmla="*/ 9 w 30"/>
                <a:gd name="T37" fmla="*/ 1 h 30"/>
                <a:gd name="T38" fmla="*/ 7 w 30"/>
                <a:gd name="T39" fmla="*/ 2 h 30"/>
                <a:gd name="T40" fmla="*/ 5 w 30"/>
                <a:gd name="T41" fmla="*/ 4 h 30"/>
                <a:gd name="T42" fmla="*/ 2 w 30"/>
                <a:gd name="T43" fmla="*/ 7 h 30"/>
                <a:gd name="T44" fmla="*/ 1 w 30"/>
                <a:gd name="T45" fmla="*/ 9 h 30"/>
                <a:gd name="T46" fmla="*/ 0 w 30"/>
                <a:gd name="T47" fmla="*/ 12 h 30"/>
                <a:gd name="T48" fmla="*/ 0 w 30"/>
                <a:gd name="T49" fmla="*/ 15 h 30"/>
                <a:gd name="T50" fmla="*/ 0 w 30"/>
                <a:gd name="T51" fmla="*/ 17 h 30"/>
                <a:gd name="T52" fmla="*/ 1 w 30"/>
                <a:gd name="T53" fmla="*/ 21 h 30"/>
                <a:gd name="T54" fmla="*/ 2 w 30"/>
                <a:gd name="T55" fmla="*/ 23 h 30"/>
                <a:gd name="T56" fmla="*/ 5 w 30"/>
                <a:gd name="T57" fmla="*/ 25 h 30"/>
                <a:gd name="T58" fmla="*/ 7 w 30"/>
                <a:gd name="T59" fmla="*/ 27 h 30"/>
                <a:gd name="T60" fmla="*/ 9 w 30"/>
                <a:gd name="T61" fmla="*/ 28 h 30"/>
                <a:gd name="T62" fmla="*/ 12 w 30"/>
                <a:gd name="T63" fmla="*/ 29 h 30"/>
                <a:gd name="T64" fmla="*/ 15 w 30"/>
                <a:gd name="T6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0" h="30">
                  <a:moveTo>
                    <a:pt x="15" y="30"/>
                  </a:moveTo>
                  <a:lnTo>
                    <a:pt x="17" y="29"/>
                  </a:lnTo>
                  <a:lnTo>
                    <a:pt x="21" y="28"/>
                  </a:lnTo>
                  <a:lnTo>
                    <a:pt x="23" y="27"/>
                  </a:lnTo>
                  <a:lnTo>
                    <a:pt x="26" y="25"/>
                  </a:lnTo>
                  <a:lnTo>
                    <a:pt x="27" y="23"/>
                  </a:lnTo>
                  <a:lnTo>
                    <a:pt x="29" y="21"/>
                  </a:lnTo>
                  <a:lnTo>
                    <a:pt x="29" y="17"/>
                  </a:lnTo>
                  <a:lnTo>
                    <a:pt x="30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1" y="1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8"/>
                  </a:lnTo>
                  <a:lnTo>
                    <a:pt x="12" y="29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541">
              <a:extLst>
                <a:ext uri="{FF2B5EF4-FFF2-40B4-BE49-F238E27FC236}">
                  <a16:creationId xmlns:a16="http://schemas.microsoft.com/office/drawing/2014/main" id="{306BED49-EA9C-2880-32F4-81CF4EE6F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0" y="2530475"/>
              <a:ext cx="80963" cy="47625"/>
            </a:xfrm>
            <a:custGeom>
              <a:avLst/>
              <a:gdLst>
                <a:gd name="T0" fmla="*/ 35 w 258"/>
                <a:gd name="T1" fmla="*/ 151 h 151"/>
                <a:gd name="T2" fmla="*/ 208 w 258"/>
                <a:gd name="T3" fmla="*/ 151 h 151"/>
                <a:gd name="T4" fmla="*/ 258 w 258"/>
                <a:gd name="T5" fmla="*/ 0 h 151"/>
                <a:gd name="T6" fmla="*/ 99 w 258"/>
                <a:gd name="T7" fmla="*/ 0 h 151"/>
                <a:gd name="T8" fmla="*/ 95 w 258"/>
                <a:gd name="T9" fmla="*/ 1 h 151"/>
                <a:gd name="T10" fmla="*/ 91 w 258"/>
                <a:gd name="T11" fmla="*/ 2 h 151"/>
                <a:gd name="T12" fmla="*/ 88 w 258"/>
                <a:gd name="T13" fmla="*/ 5 h 151"/>
                <a:gd name="T14" fmla="*/ 86 w 258"/>
                <a:gd name="T15" fmla="*/ 8 h 151"/>
                <a:gd name="T16" fmla="*/ 18 w 258"/>
                <a:gd name="T17" fmla="*/ 120 h 151"/>
                <a:gd name="T18" fmla="*/ 0 w 258"/>
                <a:gd name="T19" fmla="*/ 151 h 151"/>
                <a:gd name="T20" fmla="*/ 9 w 258"/>
                <a:gd name="T21" fmla="*/ 151 h 151"/>
                <a:gd name="T22" fmla="*/ 35 w 258"/>
                <a:gd name="T23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8" h="151">
                  <a:moveTo>
                    <a:pt x="35" y="151"/>
                  </a:moveTo>
                  <a:lnTo>
                    <a:pt x="208" y="151"/>
                  </a:lnTo>
                  <a:lnTo>
                    <a:pt x="258" y="0"/>
                  </a:lnTo>
                  <a:lnTo>
                    <a:pt x="99" y="0"/>
                  </a:lnTo>
                  <a:lnTo>
                    <a:pt x="95" y="1"/>
                  </a:lnTo>
                  <a:lnTo>
                    <a:pt x="91" y="2"/>
                  </a:lnTo>
                  <a:lnTo>
                    <a:pt x="88" y="5"/>
                  </a:lnTo>
                  <a:lnTo>
                    <a:pt x="86" y="8"/>
                  </a:lnTo>
                  <a:lnTo>
                    <a:pt x="18" y="120"/>
                  </a:lnTo>
                  <a:lnTo>
                    <a:pt x="0" y="151"/>
                  </a:lnTo>
                  <a:lnTo>
                    <a:pt x="9" y="151"/>
                  </a:lnTo>
                  <a:lnTo>
                    <a:pt x="3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542">
              <a:extLst>
                <a:ext uri="{FF2B5EF4-FFF2-40B4-BE49-F238E27FC236}">
                  <a16:creationId xmlns:a16="http://schemas.microsoft.com/office/drawing/2014/main" id="{A08841AA-F7F8-14F2-CC7D-135AFB2F5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0" y="2530475"/>
              <a:ext cx="55563" cy="47625"/>
            </a:xfrm>
            <a:custGeom>
              <a:avLst/>
              <a:gdLst>
                <a:gd name="T0" fmla="*/ 175 w 175"/>
                <a:gd name="T1" fmla="*/ 151 h 151"/>
                <a:gd name="T2" fmla="*/ 175 w 175"/>
                <a:gd name="T3" fmla="*/ 0 h 151"/>
                <a:gd name="T4" fmla="*/ 51 w 175"/>
                <a:gd name="T5" fmla="*/ 0 h 151"/>
                <a:gd name="T6" fmla="*/ 0 w 175"/>
                <a:gd name="T7" fmla="*/ 151 h 151"/>
                <a:gd name="T8" fmla="*/ 175 w 175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151">
                  <a:moveTo>
                    <a:pt x="175" y="151"/>
                  </a:moveTo>
                  <a:lnTo>
                    <a:pt x="175" y="0"/>
                  </a:lnTo>
                  <a:lnTo>
                    <a:pt x="51" y="0"/>
                  </a:lnTo>
                  <a:lnTo>
                    <a:pt x="0" y="151"/>
                  </a:lnTo>
                  <a:lnTo>
                    <a:pt x="17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543">
              <a:extLst>
                <a:ext uri="{FF2B5EF4-FFF2-40B4-BE49-F238E27FC236}">
                  <a16:creationId xmlns:a16="http://schemas.microsoft.com/office/drawing/2014/main" id="{0D28C186-BFF2-CDC6-27B0-9E4823FA7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025" y="2530475"/>
              <a:ext cx="82550" cy="47625"/>
            </a:xfrm>
            <a:custGeom>
              <a:avLst/>
              <a:gdLst>
                <a:gd name="T0" fmla="*/ 223 w 258"/>
                <a:gd name="T1" fmla="*/ 151 h 151"/>
                <a:gd name="T2" fmla="*/ 250 w 258"/>
                <a:gd name="T3" fmla="*/ 151 h 151"/>
                <a:gd name="T4" fmla="*/ 258 w 258"/>
                <a:gd name="T5" fmla="*/ 151 h 151"/>
                <a:gd name="T6" fmla="*/ 240 w 258"/>
                <a:gd name="T7" fmla="*/ 120 h 151"/>
                <a:gd name="T8" fmla="*/ 172 w 258"/>
                <a:gd name="T9" fmla="*/ 8 h 151"/>
                <a:gd name="T10" fmla="*/ 170 w 258"/>
                <a:gd name="T11" fmla="*/ 5 h 151"/>
                <a:gd name="T12" fmla="*/ 167 w 258"/>
                <a:gd name="T13" fmla="*/ 2 h 151"/>
                <a:gd name="T14" fmla="*/ 164 w 258"/>
                <a:gd name="T15" fmla="*/ 1 h 151"/>
                <a:gd name="T16" fmla="*/ 159 w 258"/>
                <a:gd name="T17" fmla="*/ 0 h 151"/>
                <a:gd name="T18" fmla="*/ 0 w 258"/>
                <a:gd name="T19" fmla="*/ 0 h 151"/>
                <a:gd name="T20" fmla="*/ 50 w 258"/>
                <a:gd name="T21" fmla="*/ 151 h 151"/>
                <a:gd name="T22" fmla="*/ 223 w 258"/>
                <a:gd name="T23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8" h="151">
                  <a:moveTo>
                    <a:pt x="223" y="151"/>
                  </a:moveTo>
                  <a:lnTo>
                    <a:pt x="250" y="151"/>
                  </a:lnTo>
                  <a:lnTo>
                    <a:pt x="258" y="151"/>
                  </a:lnTo>
                  <a:lnTo>
                    <a:pt x="240" y="120"/>
                  </a:lnTo>
                  <a:lnTo>
                    <a:pt x="172" y="8"/>
                  </a:lnTo>
                  <a:lnTo>
                    <a:pt x="170" y="5"/>
                  </a:lnTo>
                  <a:lnTo>
                    <a:pt x="167" y="2"/>
                  </a:lnTo>
                  <a:lnTo>
                    <a:pt x="164" y="1"/>
                  </a:lnTo>
                  <a:lnTo>
                    <a:pt x="159" y="0"/>
                  </a:lnTo>
                  <a:lnTo>
                    <a:pt x="0" y="0"/>
                  </a:lnTo>
                  <a:lnTo>
                    <a:pt x="50" y="151"/>
                  </a:lnTo>
                  <a:lnTo>
                    <a:pt x="223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544">
              <a:extLst>
                <a:ext uri="{FF2B5EF4-FFF2-40B4-BE49-F238E27FC236}">
                  <a16:creationId xmlns:a16="http://schemas.microsoft.com/office/drawing/2014/main" id="{5899821C-BC88-1A47-C0E7-5BB579BFA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2530475"/>
              <a:ext cx="65088" cy="47625"/>
            </a:xfrm>
            <a:custGeom>
              <a:avLst/>
              <a:gdLst>
                <a:gd name="T0" fmla="*/ 154 w 205"/>
                <a:gd name="T1" fmla="*/ 0 h 151"/>
                <a:gd name="T2" fmla="*/ 0 w 205"/>
                <a:gd name="T3" fmla="*/ 0 h 151"/>
                <a:gd name="T4" fmla="*/ 0 w 205"/>
                <a:gd name="T5" fmla="*/ 151 h 151"/>
                <a:gd name="T6" fmla="*/ 205 w 205"/>
                <a:gd name="T7" fmla="*/ 151 h 151"/>
                <a:gd name="T8" fmla="*/ 154 w 205"/>
                <a:gd name="T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151">
                  <a:moveTo>
                    <a:pt x="154" y="0"/>
                  </a:moveTo>
                  <a:lnTo>
                    <a:pt x="0" y="0"/>
                  </a:lnTo>
                  <a:lnTo>
                    <a:pt x="0" y="151"/>
                  </a:lnTo>
                  <a:lnTo>
                    <a:pt x="205" y="151"/>
                  </a:lnTo>
                  <a:lnTo>
                    <a:pt x="15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F8C1BF8-994A-E59D-BC81-B9FB1FF5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548" y="5478193"/>
            <a:ext cx="2886478" cy="1209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C88BE5-49BA-C055-97E7-2E2B5D840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304" y="2153098"/>
            <a:ext cx="4997887" cy="240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9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2A20-522E-1878-FDA4-AE82A5C0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83E95FD-B431-55EB-C8C3-1AB4A9FE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399E-F240-455F-81E0-227F2090C0ED}" type="datetime1">
              <a:rPr lang="en-US" smtClean="0"/>
              <a:t>12/27/2024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DAC08-752A-2BDD-BFD7-8095FEFF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7FEA-5A40-4233-83E1-A9E4FBBBF428}" type="slidenum">
              <a:rPr lang="en-US" smtClean="0"/>
              <a:t>8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EF1D9E-2C40-2AE8-E689-CB417D5A487D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2027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7C6EE-BA1C-369A-7F78-E60978820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25160" y="697563"/>
            <a:ext cx="5519900" cy="58547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66C3D2-DCDE-3C09-1999-4D9D88D439B3}"/>
              </a:ext>
            </a:extLst>
          </p:cNvPr>
          <p:cNvSpPr txBox="1"/>
          <p:nvPr/>
        </p:nvSpPr>
        <p:spPr>
          <a:xfrm>
            <a:off x="4970811" y="77637"/>
            <a:ext cx="7024107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rgbClr val="20272D"/>
                </a:solidFill>
                <a:latin typeface="+mj-lt"/>
              </a:rPr>
              <a:t>QUERY 7: determine the most 3 order pizza types based on the revenue </a:t>
            </a:r>
            <a:endParaRPr lang="en-US" sz="3600" dirty="0">
              <a:solidFill>
                <a:srgbClr val="20272D"/>
              </a:solidFill>
              <a:latin typeface="+mj-lt"/>
            </a:endParaRPr>
          </a:p>
        </p:txBody>
      </p:sp>
      <p:sp>
        <p:nvSpPr>
          <p:cNvPr id="16" name="Partial Circle 15">
            <a:extLst>
              <a:ext uri="{FF2B5EF4-FFF2-40B4-BE49-F238E27FC236}">
                <a16:creationId xmlns:a16="http://schemas.microsoft.com/office/drawing/2014/main" id="{E7690C6F-54D5-C72C-7BBB-AB884EDB16C4}"/>
              </a:ext>
            </a:extLst>
          </p:cNvPr>
          <p:cNvSpPr/>
          <p:nvPr/>
        </p:nvSpPr>
        <p:spPr>
          <a:xfrm>
            <a:off x="-84617" y="981011"/>
            <a:ext cx="5238814" cy="5238814"/>
          </a:xfrm>
          <a:prstGeom prst="pie">
            <a:avLst>
              <a:gd name="adj1" fmla="val 17708667"/>
              <a:gd name="adj2" fmla="val 20375889"/>
            </a:avLst>
          </a:prstGeom>
          <a:solidFill>
            <a:srgbClr val="EFAB0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49107-9E90-128C-EFE2-928391D90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283" y="2660006"/>
            <a:ext cx="6020004" cy="297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78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0D87E5-B180-4677-A40C-E1C73A04B6A4}"/>
              </a:ext>
            </a:extLst>
          </p:cNvPr>
          <p:cNvSpPr/>
          <p:nvPr/>
        </p:nvSpPr>
        <p:spPr>
          <a:xfrm>
            <a:off x="0" y="4572000"/>
            <a:ext cx="12191999" cy="2286000"/>
          </a:xfrm>
          <a:prstGeom prst="rect">
            <a:avLst/>
          </a:prstGeom>
          <a:solidFill>
            <a:srgbClr val="EFAB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 result for pizza png">
            <a:extLst>
              <a:ext uri="{FF2B5EF4-FFF2-40B4-BE49-F238E27FC236}">
                <a16:creationId xmlns:a16="http://schemas.microsoft.com/office/drawing/2014/main" id="{DBCF6D33-6BE1-4381-980F-9FF7A2AA6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000839" y="-1561845"/>
            <a:ext cx="4190322" cy="7314014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AF4F0-0DEB-4EE6-B22B-A5E3B54F2DD6}"/>
              </a:ext>
            </a:extLst>
          </p:cNvPr>
          <p:cNvSpPr txBox="1"/>
          <p:nvPr/>
        </p:nvSpPr>
        <p:spPr>
          <a:xfrm>
            <a:off x="266701" y="5207169"/>
            <a:ext cx="11658600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66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75415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6F1D6"/>
      </a:accent1>
      <a:accent2>
        <a:srgbClr val="E0F5B9"/>
      </a:accent2>
      <a:accent3>
        <a:srgbClr val="FFBA92"/>
      </a:accent3>
      <a:accent4>
        <a:srgbClr val="FF8080"/>
      </a:accent4>
      <a:accent5>
        <a:srgbClr val="C6F1D6"/>
      </a:accent5>
      <a:accent6>
        <a:srgbClr val="E0F5B9"/>
      </a:accent6>
      <a:hlink>
        <a:srgbClr val="0563C1"/>
      </a:hlink>
      <a:folHlink>
        <a:srgbClr val="954F72"/>
      </a:folHlink>
    </a:clrScheme>
    <a:fontScheme name="Custom 2">
      <a:majorFont>
        <a:latin typeface="Century Gothic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</TotalTime>
  <Words>184</Words>
  <Application>Microsoft Office PowerPoint</Application>
  <PresentationFormat>Widescreen</PresentationFormat>
  <Paragraphs>46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tejesh yewale</cp:lastModifiedBy>
  <cp:revision>42</cp:revision>
  <dcterms:created xsi:type="dcterms:W3CDTF">2019-07-17T07:10:40Z</dcterms:created>
  <dcterms:modified xsi:type="dcterms:W3CDTF">2024-12-27T05:46:33Z</dcterms:modified>
</cp:coreProperties>
</file>